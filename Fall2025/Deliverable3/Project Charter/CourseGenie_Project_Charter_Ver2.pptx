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embeddedFontLst>
    <p:embeddedFont>
      <p:font typeface="Montserrat" pitchFamily="2" charset="77"/>
      <p:regular r:id="rId4"/>
      <p:bold r:id="rId5"/>
      <p:italic r:id="rId6"/>
      <p:boldItalic r:id="rId7"/>
    </p:embeddedFont>
    <p:embeddedFont>
      <p:font typeface="Sora" pitchFamily="2" charset="0"/>
      <p:regular r:id="rId8"/>
      <p:bold r:id="rId9"/>
    </p:embeddedFont>
    <p:embeddedFont>
      <p:font typeface="Sora" pitchFamily="2" charset="0"/>
      <p:regular r:id="rId8"/>
      <p:bold r:id="rId9"/>
    </p:embeddedFont>
    <p:embeddedFont>
      <p:font typeface="Sora SemiBold" pitchFamily="2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7355" userDrawn="1">
          <p15:clr>
            <a:srgbClr val="A4A3A4"/>
          </p15:clr>
        </p15:guide>
        <p15:guide id="6" pos="325" userDrawn="1">
          <p15:clr>
            <a:srgbClr val="A4A3A4"/>
          </p15:clr>
        </p15:guide>
        <p15:guide id="7" orient="horz" pos="9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A7A7"/>
    <a:srgbClr val="2CBFCA"/>
    <a:srgbClr val="54D3D6"/>
    <a:srgbClr val="75DDE0"/>
    <a:srgbClr val="9DEBED"/>
    <a:srgbClr val="D1EEEF"/>
    <a:srgbClr val="3B9496"/>
    <a:srgbClr val="FFFFFF"/>
    <a:srgbClr val="EEC683"/>
    <a:srgbClr val="536E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D492C6-74F9-27B8-7670-7B1F21A73388}" v="678" dt="2025-12-08T18:45:55.580"/>
    <p1510:client id="{E5C2FEE3-FF80-414C-94D4-F656269B1BEE}" v="294" dt="2025-12-08T19:12:51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 showGuides="1">
      <p:cViewPr>
        <p:scale>
          <a:sx n="124" d="100"/>
          <a:sy n="124" d="100"/>
        </p:scale>
        <p:origin x="136" y="-240"/>
      </p:cViewPr>
      <p:guideLst>
        <p:guide orient="horz" pos="2160"/>
        <p:guide pos="3840"/>
        <p:guide orient="horz" pos="346"/>
        <p:guide orient="horz" pos="3974"/>
        <p:guide pos="7355"/>
        <p:guide pos="325"/>
        <p:guide orient="horz" pos="9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DFD-400E-A414-E662728C30A1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DFD-400E-A414-E662728C30A1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DFD-400E-A414-E662728C30A1}"/>
              </c:ext>
            </c:extLst>
          </c:dPt>
          <c:cat>
            <c:strRef>
              <c:f>Sheet1!$A$2:$A$4</c:f>
              <c:strCache>
                <c:ptCount val="3"/>
                <c:pt idx="0">
                  <c:v>Design &amp; Documentation</c:v>
                </c:pt>
                <c:pt idx="1">
                  <c:v>LinkedIn Learning</c:v>
                </c:pt>
                <c:pt idx="2">
                  <c:v>Unexpected Fees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0.85</c:v>
                </c:pt>
                <c:pt idx="1">
                  <c:v>8.76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DFD-400E-A414-E662728C30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2"/>
        <c:holeSize val="55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ra" pitchFamily="2" charset="0"/>
                <a:ea typeface="+mn-ea"/>
                <a:cs typeface="Sora" pitchFamily="2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ra" pitchFamily="2" charset="0"/>
                <a:ea typeface="+mn-ea"/>
                <a:cs typeface="Sora" pitchFamily="2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ra" pitchFamily="2" charset="0"/>
                <a:ea typeface="+mn-ea"/>
                <a:cs typeface="Sora" pitchFamily="2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13532647174645365"/>
          <c:y val="0.81803243584195484"/>
          <c:w val="0.83731741107833646"/>
          <c:h val="0.1478311744978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ora" pitchFamily="2" charset="0"/>
              <a:ea typeface="+mn-ea"/>
              <a:cs typeface="Sora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600">
          <a:latin typeface="Sora" pitchFamily="2" charset="0"/>
          <a:cs typeface="Sora" pitchFamily="2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8F45F-2544-4FF5-B17A-0272A4B89F2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9228E-D9EA-4DE9-85E5-EA8EFDC2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2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FC07-CAF4-2392-3883-73FC5A53C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13BD9-009E-C949-D17B-D8E8E1D80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FFC6E-E727-8FF8-F293-3DEF4CAC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6D464-1D61-C272-FDD1-DEB8C374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6DA19-B19D-7C8E-81E7-8DF39DC6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304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19E4-51D0-8B68-119E-5D97FC8F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8092-22D8-A2F9-5A70-459B01EF3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362AE-3A0D-3023-D3DB-DC200BAC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5A03-487A-C7E6-6FA2-DDC1739DB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517C1-B563-B65A-A0A4-B2863D6F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33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901E-2D8D-061D-91BD-9C569F2D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DD3CA-1871-97AD-4541-024DF3A62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6728F-8B9E-FE27-8602-A05BFAFA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662D7-916F-FEEA-D7F3-5710B8C0F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DF4F8-1E73-C678-55B6-0B75BD5D6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16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6CC6-87E8-2515-5CB6-08B723F3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8CF52-FD4A-420D-A6FB-BB0E59AA5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CA4B4-A691-BFA1-D3C0-A34E7F55F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7FCB9-5174-2215-F12C-512ADFA9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FC3BB-9161-7F45-C823-A87F6FDA9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0D4CF-FA52-ED5B-C0A4-E5C7B57C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433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A1B69-CA84-0E48-7CA9-3FA30BD5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A8010-4EFA-7BFE-037A-45A7B2FF1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3FA9E-C669-9FB0-D020-D60ABA85C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587E8-67D9-E5FA-1B92-1BC130367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A38780-169E-DCEE-032F-D19AF129E2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93D1B0-213D-D089-1E37-B9EADD946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0E0419-1FA8-5CBF-B6C3-5C391493F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537AA-7709-FE07-C5EB-3A512694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076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1354-044C-FAB6-8CA0-57ED641F9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9FC2BD-0F00-3055-6FB9-4FA42743E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51453-EF1E-B4DD-C1CE-0B3774B24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1CD8B-2525-776B-2643-FEAEE25A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29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06F2A-D5F1-490A-B7A4-8E35AB57B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B77771-460C-0C79-A004-00828CEDE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877F3-46D5-584F-BEA2-5FAE35A7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17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84002-0F02-C73C-FCF7-EDA6DF1B0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DEE7E-0000-1D02-B0D7-222ECE96F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D9A2D-E2A0-4943-1885-E5474D953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B7141-604C-144E-1428-D838FA85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D7BA2-4B17-9453-D87D-8D6F0AA3B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E9F20-E4A1-932C-EC7C-44C891AAD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36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A585-4DD0-B6C2-56BF-40DEF237C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3388A0-F9EC-7DC3-AB6F-EAC5795F0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8B125-A4B3-CE70-AFC2-C95332057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E0FE7-0E8C-48C2-0CC7-EAE2465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ED2E6-BF3C-FAD4-5524-684CFF5F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74A9C-F43F-7C7E-B75F-F9A4AA50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73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A334-ACDA-E322-7131-AEC58EC4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CCB13-6C0C-A969-2576-E0E4675D7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A6996-4159-9B61-783E-073A837E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236D0-1456-668C-DDC4-A5CD41B4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BF590-3B95-D1F2-3F0B-EAD8842B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213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4B46B7-C7F7-394C-52F3-829019150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B605A-662A-7DEC-D6C8-4C549B3CD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E3959-17DA-AC4A-7129-0159A140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A7EBF-4996-FA1C-976B-D46283D20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BC2D2-6C8B-90A4-8023-0B88D1AC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3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DB92B8-EC97-A254-B8CB-1C1792BE1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39713-F38E-B9B3-B266-DEEECD89D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F3275-65EC-B664-B2DE-B8A0AF435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F8B86-A770-4143-A7F9-80A3B71A4FEB}" type="datetimeFigureOut">
              <a:rPr lang="en-IN" smtClean="0"/>
              <a:t>09/12/25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DE043-FDBE-7A44-4D8D-E5F16B19A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EED4A-8ED4-DFD4-5E8E-471D2E3CF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04FF1-784E-4EE7-A6DD-ADD4E4BBC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85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0BC0B6-13CC-8D7E-DE1A-331C85DB94CF}"/>
              </a:ext>
            </a:extLst>
          </p:cNvPr>
          <p:cNvSpPr txBox="1"/>
          <p:nvPr/>
        </p:nvSpPr>
        <p:spPr>
          <a:xfrm>
            <a:off x="2446573" y="549275"/>
            <a:ext cx="7298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>
                <a:solidFill>
                  <a:schemeClr val="bg2">
                    <a:lumMod val="25000"/>
                  </a:schemeClr>
                </a:solidFill>
                <a:effectLst/>
                <a:latin typeface="Montserrat" pitchFamily="2" charset="0"/>
              </a:rPr>
              <a:t>Project Charter</a:t>
            </a:r>
            <a:endParaRPr lang="en-IN" sz="2400">
              <a:solidFill>
                <a:schemeClr val="tx1">
                  <a:lumMod val="50000"/>
                  <a:lumOff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DE105D-C598-74AA-E8AA-901D3294662D}"/>
              </a:ext>
            </a:extLst>
          </p:cNvPr>
          <p:cNvSpPr/>
          <p:nvPr/>
        </p:nvSpPr>
        <p:spPr>
          <a:xfrm>
            <a:off x="316707" y="1346200"/>
            <a:ext cx="5580062" cy="1618871"/>
          </a:xfrm>
          <a:prstGeom prst="roundRect">
            <a:avLst>
              <a:gd name="adj" fmla="val 9235"/>
            </a:avLst>
          </a:prstGeom>
          <a:solidFill>
            <a:schemeClr val="bg1"/>
          </a:solidFill>
          <a:ln w="6350">
            <a:noFill/>
          </a:ln>
          <a:effectLst>
            <a:outerShdw blurRad="2413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973E82-BCE3-1E2E-7EB0-5A81D6E7CA0D}"/>
              </a:ext>
            </a:extLst>
          </p:cNvPr>
          <p:cNvSpPr/>
          <p:nvPr/>
        </p:nvSpPr>
        <p:spPr>
          <a:xfrm>
            <a:off x="316707" y="3113592"/>
            <a:ext cx="2761597" cy="3195133"/>
          </a:xfrm>
          <a:prstGeom prst="roundRect">
            <a:avLst>
              <a:gd name="adj" fmla="val 6841"/>
            </a:avLst>
          </a:prstGeom>
          <a:solidFill>
            <a:schemeClr val="bg1"/>
          </a:solidFill>
          <a:ln w="6350">
            <a:noFill/>
          </a:ln>
          <a:effectLst>
            <a:outerShdw blurRad="2413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0186DE-ECF5-7813-21DD-3F2B27F9AA58}"/>
              </a:ext>
            </a:extLst>
          </p:cNvPr>
          <p:cNvSpPr/>
          <p:nvPr/>
        </p:nvSpPr>
        <p:spPr>
          <a:xfrm>
            <a:off x="3194419" y="3113592"/>
            <a:ext cx="2702351" cy="3240852"/>
          </a:xfrm>
          <a:prstGeom prst="roundRect">
            <a:avLst>
              <a:gd name="adj" fmla="val 6295"/>
            </a:avLst>
          </a:prstGeom>
          <a:solidFill>
            <a:schemeClr val="bg1"/>
          </a:solidFill>
          <a:ln w="6350">
            <a:noFill/>
          </a:ln>
          <a:effectLst>
            <a:outerShdw blurRad="2413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382457-F00B-4968-58E3-6F37EBBC4C89}"/>
              </a:ext>
            </a:extLst>
          </p:cNvPr>
          <p:cNvSpPr/>
          <p:nvPr/>
        </p:nvSpPr>
        <p:spPr>
          <a:xfrm>
            <a:off x="9002145" y="1346201"/>
            <a:ext cx="2840879" cy="2572656"/>
          </a:xfrm>
          <a:prstGeom prst="roundRect">
            <a:avLst>
              <a:gd name="adj" fmla="val 7617"/>
            </a:avLst>
          </a:prstGeom>
          <a:solidFill>
            <a:schemeClr val="bg1"/>
          </a:solidFill>
          <a:ln w="6350">
            <a:noFill/>
          </a:ln>
          <a:effectLst>
            <a:outerShdw blurRad="2413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8CCA32-2102-7B6F-B84D-9F4389A6B2EF}"/>
              </a:ext>
            </a:extLst>
          </p:cNvPr>
          <p:cNvSpPr/>
          <p:nvPr/>
        </p:nvSpPr>
        <p:spPr>
          <a:xfrm>
            <a:off x="9002146" y="4035594"/>
            <a:ext cx="2873148" cy="2730966"/>
          </a:xfrm>
          <a:prstGeom prst="roundRect">
            <a:avLst>
              <a:gd name="adj" fmla="val 7617"/>
            </a:avLst>
          </a:prstGeom>
          <a:solidFill>
            <a:schemeClr val="bg1"/>
          </a:solidFill>
          <a:ln w="6350">
            <a:noFill/>
          </a:ln>
          <a:effectLst>
            <a:outerShdw blurRad="2413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2B9DF4-98CF-3DFF-1AC7-9EA059C72B1E}"/>
              </a:ext>
            </a:extLst>
          </p:cNvPr>
          <p:cNvSpPr txBox="1"/>
          <p:nvPr/>
        </p:nvSpPr>
        <p:spPr>
          <a:xfrm>
            <a:off x="348975" y="1776452"/>
            <a:ext cx="5242100" cy="582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Purpose :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ora"/>
              </a:rPr>
              <a:t>CourseGenie+ is designed to streamline academic workflows by automating course reporting, syllabus submission, and accreditation-related documentation for university faculty.</a:t>
            </a:r>
            <a:endParaRPr lang="en-IN" sz="900" b="1" dirty="0">
              <a:solidFill>
                <a:schemeClr val="bg1">
                  <a:lumMod val="50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263424-7363-94D3-0E07-E6E88DCBEE3D}"/>
              </a:ext>
            </a:extLst>
          </p:cNvPr>
          <p:cNvSpPr txBox="1"/>
          <p:nvPr/>
        </p:nvSpPr>
        <p:spPr>
          <a:xfrm>
            <a:off x="348975" y="2293744"/>
            <a:ext cx="5242100" cy="582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Background and scope : 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ora"/>
              </a:rPr>
              <a:t>Learning management systems are traditionally centered on student-side tasks. This project adds focus on administrative and faculty needs to enhance overall system effectiveness.</a:t>
            </a:r>
            <a:endParaRPr lang="en-IN" sz="900" dirty="0">
              <a:solidFill>
                <a:schemeClr val="bg1">
                  <a:lumMod val="50000"/>
                </a:schemeClr>
              </a:solidFill>
              <a:latin typeface="sor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08D7A8-200D-AA0D-8B73-A975EB396619}"/>
              </a:ext>
            </a:extLst>
          </p:cNvPr>
          <p:cNvSpPr txBox="1"/>
          <p:nvPr/>
        </p:nvSpPr>
        <p:spPr>
          <a:xfrm>
            <a:off x="9041823" y="4505573"/>
            <a:ext cx="2229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Assumptions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507BA9-76C7-310D-F1D5-90AE2CC9E0D7}"/>
              </a:ext>
            </a:extLst>
          </p:cNvPr>
          <p:cNvSpPr txBox="1"/>
          <p:nvPr/>
        </p:nvSpPr>
        <p:spPr>
          <a:xfrm>
            <a:off x="9041823" y="5442572"/>
            <a:ext cx="2229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Constraints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1D03ED-1A41-DCF4-1DBB-76C7752FA362}"/>
              </a:ext>
            </a:extLst>
          </p:cNvPr>
          <p:cNvSpPr txBox="1"/>
          <p:nvPr/>
        </p:nvSpPr>
        <p:spPr>
          <a:xfrm>
            <a:off x="9019412" y="4687313"/>
            <a:ext cx="2469695" cy="7493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lnSpc>
                <a:spcPts val="1300"/>
              </a:lnSpc>
              <a:buFont typeface="Arial,Sans-Serif" panose="020B0604020202020204" pitchFamily="34" charset="0"/>
              <a:buChar char="•"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University handles deployment and hosting.</a:t>
            </a:r>
          </a:p>
          <a:p>
            <a:pPr marL="171450" indent="-171450">
              <a:lnSpc>
                <a:spcPts val="1300"/>
              </a:lnSpc>
              <a:buFont typeface="Arial,Sans-Serif" panose="020B0604020202020204" pitchFamily="34" charset="0"/>
              <a:buChar char="•"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Stakeholders available for feedback.</a:t>
            </a:r>
          </a:p>
          <a:p>
            <a:pPr marL="171450" indent="-171450">
              <a:lnSpc>
                <a:spcPts val="1300"/>
              </a:lnSpc>
              <a:buFont typeface="Arial,Sans-Serif" panose="020B0604020202020204" pitchFamily="34" charset="0"/>
              <a:buChar char="•"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Required tools and data accessible.</a:t>
            </a:r>
            <a:endParaRPr lang="en-IN" sz="900" dirty="0">
              <a:solidFill>
                <a:schemeClr val="bg1">
                  <a:lumMod val="5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3F7C84-6A96-79CE-F9EC-01D136947A32}"/>
              </a:ext>
            </a:extLst>
          </p:cNvPr>
          <p:cNvSpPr txBox="1"/>
          <p:nvPr/>
        </p:nvSpPr>
        <p:spPr>
          <a:xfrm>
            <a:off x="9008206" y="5624112"/>
            <a:ext cx="2581754" cy="10824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lnSpc>
                <a:spcPts val="1300"/>
              </a:lnSpc>
              <a:buFont typeface="Arial,Sans-Serif" panose="020B0604020202020204" pitchFamily="34" charset="0"/>
              <a:buChar char="•"/>
            </a:pPr>
            <a:r>
              <a:rPr lang="en-IN" sz="900" dirty="0">
                <a:solidFill>
                  <a:schemeClr val="bg1">
                    <a:lumMod val="5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Limited project duration within the academic schedule. </a:t>
            </a:r>
            <a:endParaRPr lang="en-US" sz="900" b="0" i="0" dirty="0">
              <a:solidFill>
                <a:schemeClr val="bg1">
                  <a:lumMod val="50000"/>
                </a:schemeClr>
              </a:solidFill>
              <a:effectLst/>
              <a:latin typeface="Sora" panose="020B0604020202020204" charset="0"/>
              <a:cs typeface="Sora" panose="020B0604020202020204" charset="0"/>
            </a:endParaRPr>
          </a:p>
          <a:p>
            <a:pPr marL="171450" indent="-171450">
              <a:lnSpc>
                <a:spcPts val="1300"/>
              </a:lnSpc>
              <a:buFont typeface="Arial,Sans-Serif" panose="020B0604020202020204" pitchFamily="34" charset="0"/>
              <a:buChar char="•"/>
            </a:pPr>
            <a:r>
              <a:rPr lang="en-IN" sz="900" dirty="0">
                <a:solidFill>
                  <a:schemeClr val="bg1">
                    <a:lumMod val="5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Restricted integration with closed APIs (e.g., Brightspace). </a:t>
            </a:r>
            <a:endParaRPr lang="en-IN" sz="900" b="0" i="0" dirty="0">
              <a:solidFill>
                <a:schemeClr val="bg1">
                  <a:lumMod val="50000"/>
                </a:schemeClr>
              </a:solidFill>
              <a:effectLst/>
              <a:latin typeface="Sora" panose="020B0604020202020204" charset="0"/>
              <a:cs typeface="Sora" panose="020B0604020202020204" charset="0"/>
            </a:endParaRPr>
          </a:p>
          <a:p>
            <a:pPr marL="171450" indent="-171450">
              <a:lnSpc>
                <a:spcPts val="1300"/>
              </a:lnSpc>
              <a:buFont typeface="Arial,Sans-Serif" panose="020B0604020202020204" pitchFamily="34" charset="0"/>
              <a:buChar char="•"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Team faces a learning curve with Spring Boot and Angular.</a:t>
            </a:r>
            <a:endParaRPr lang="en-IN" sz="900" dirty="0">
              <a:solidFill>
                <a:schemeClr val="bg1">
                  <a:lumMod val="50000"/>
                </a:schemeClr>
              </a:solidFill>
              <a:latin typeface="Sora" panose="020B0604020202020204" charset="0"/>
              <a:ea typeface="Calibri"/>
              <a:cs typeface="Sora" panose="020B060402020202020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2F98B3-8CF8-4CD3-D191-79564902164A}"/>
              </a:ext>
            </a:extLst>
          </p:cNvPr>
          <p:cNvSpPr txBox="1"/>
          <p:nvPr/>
        </p:nvSpPr>
        <p:spPr>
          <a:xfrm>
            <a:off x="3216758" y="3577188"/>
            <a:ext cx="2288250" cy="4159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"/>
                <a:cs typeface="Sora"/>
              </a:rPr>
              <a:t>Name : </a:t>
            </a: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 SemiBold"/>
                <a:cs typeface="Sora SemiBold"/>
              </a:rPr>
              <a:t>Jeeda Kotob</a:t>
            </a:r>
            <a:endParaRPr lang="en-IN" b="0" dirty="0">
              <a:solidFill>
                <a:schemeClr val="bg1">
                  <a:lumMod val="50000"/>
                </a:schemeClr>
              </a:solidFill>
              <a:latin typeface="Sora SemiBold" pitchFamily="2" charset="0"/>
              <a:cs typeface="Sora SemiBold" pitchFamily="2" charset="0"/>
            </a:endParaRPr>
          </a:p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"/>
                <a:cs typeface="Sora"/>
              </a:rPr>
              <a:t>Designation : Full-Stack Developer</a:t>
            </a:r>
            <a:endParaRPr lang="en-IN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B128FAF-C203-5A74-CB1C-DF0A0DD11F85}"/>
              </a:ext>
            </a:extLst>
          </p:cNvPr>
          <p:cNvSpPr txBox="1"/>
          <p:nvPr/>
        </p:nvSpPr>
        <p:spPr>
          <a:xfrm>
            <a:off x="337769" y="4872809"/>
            <a:ext cx="2497405" cy="249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Company Name and address</a:t>
            </a:r>
            <a:endParaRPr lang="en-IN" sz="900" b="1">
              <a:latin typeface="Sora" pitchFamily="2" charset="0"/>
              <a:cs typeface="Sora" pitchFamily="2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A36C86E-D607-71F1-C15F-E2FD6684AC7F}"/>
              </a:ext>
            </a:extLst>
          </p:cNvPr>
          <p:cNvSpPr txBox="1"/>
          <p:nvPr/>
        </p:nvSpPr>
        <p:spPr>
          <a:xfrm>
            <a:off x="401060" y="5061408"/>
            <a:ext cx="2210823" cy="582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  <a:latin typeface="sora"/>
              </a:rPr>
              <a:t>Rochester Institute of Technology (RIT) Dubai</a:t>
            </a:r>
          </a:p>
          <a:p>
            <a:pPr marL="171450" indent="-171450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  <a:latin typeface="sora"/>
              </a:rPr>
              <a:t>Dubai Silicon Oasis, Dubai, UAE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36616FE-31B8-AE01-735E-3A338873353E}"/>
              </a:ext>
            </a:extLst>
          </p:cNvPr>
          <p:cNvSpPr txBox="1"/>
          <p:nvPr/>
        </p:nvSpPr>
        <p:spPr>
          <a:xfrm>
            <a:off x="3216758" y="4129123"/>
            <a:ext cx="2288250" cy="4159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"/>
                <a:cs typeface="Sora"/>
              </a:rPr>
              <a:t>Name : Ryma Ait Tayeb</a:t>
            </a:r>
            <a:endParaRPr lang="en-IN" b="0" dirty="0">
              <a:solidFill>
                <a:schemeClr val="bg1">
                  <a:lumMod val="50000"/>
                </a:schemeClr>
              </a:solidFill>
              <a:latin typeface="Sora SemiBold" pitchFamily="2" charset="0"/>
              <a:cs typeface="Sora SemiBold" pitchFamily="2" charset="0"/>
            </a:endParaRPr>
          </a:p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"/>
                <a:cs typeface="Sora"/>
              </a:rPr>
              <a:t>Designation : Back-End Developer</a:t>
            </a:r>
            <a:endParaRPr lang="en-IN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5C884D8-6AD7-8B44-F163-2EF0700FDD82}"/>
              </a:ext>
            </a:extLst>
          </p:cNvPr>
          <p:cNvSpPr txBox="1"/>
          <p:nvPr/>
        </p:nvSpPr>
        <p:spPr>
          <a:xfrm>
            <a:off x="3216758" y="4681058"/>
            <a:ext cx="2262022" cy="4159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Sora"/>
                <a:cs typeface="Sora"/>
              </a:rPr>
              <a:t>Name : Ibraheem Mustafa</a:t>
            </a:r>
            <a:endParaRPr lang="en-IN" b="0" dirty="0">
              <a:solidFill>
                <a:schemeClr val="tx1">
                  <a:lumMod val="50000"/>
                  <a:lumOff val="50000"/>
                </a:schemeClr>
              </a:solidFill>
              <a:latin typeface="Sora SemiBold" pitchFamily="2" charset="0"/>
              <a:cs typeface="Sora SemiBold" pitchFamily="2" charset="0"/>
            </a:endParaRPr>
          </a:p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Sora"/>
                <a:cs typeface="Sora"/>
              </a:rPr>
              <a:t>Designation : Front-End Developer</a:t>
            </a:r>
            <a:endParaRPr lang="en-IN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528E46B-FCAA-62DC-DA14-2341E3F3FFD4}"/>
              </a:ext>
            </a:extLst>
          </p:cNvPr>
          <p:cNvSpPr txBox="1"/>
          <p:nvPr/>
        </p:nvSpPr>
        <p:spPr>
          <a:xfrm>
            <a:off x="3216758" y="5232993"/>
            <a:ext cx="2144296" cy="4159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"/>
                <a:cs typeface="Sora"/>
              </a:rPr>
              <a:t>Name : </a:t>
            </a: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 SemiBold"/>
                <a:cs typeface="Sora SemiBold"/>
              </a:rPr>
              <a:t> Dr. Ali Assi </a:t>
            </a:r>
            <a:endParaRPr lang="en-IN" b="0" dirty="0">
              <a:solidFill>
                <a:schemeClr val="bg1">
                  <a:lumMod val="50000"/>
                </a:schemeClr>
              </a:solidFill>
              <a:latin typeface="Sora SemiBold" pitchFamily="2" charset="0"/>
              <a:cs typeface="Sora SemiBold" pitchFamily="2" charset="0"/>
            </a:endParaRPr>
          </a:p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bg1">
                    <a:lumMod val="50000"/>
                  </a:schemeClr>
                </a:solidFill>
                <a:latin typeface="Sora"/>
                <a:cs typeface="Sora"/>
              </a:rPr>
              <a:t>Designation : Product Owner</a:t>
            </a:r>
            <a:endParaRPr lang="en-IN" b="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3AE9F54-0B42-6F14-172E-87CCC74D51E7}"/>
              </a:ext>
            </a:extLst>
          </p:cNvPr>
          <p:cNvGrpSpPr/>
          <p:nvPr/>
        </p:nvGrpSpPr>
        <p:grpSpPr>
          <a:xfrm>
            <a:off x="441782" y="1427950"/>
            <a:ext cx="2440926" cy="295353"/>
            <a:chOff x="607965" y="1627242"/>
            <a:chExt cx="2440926" cy="2953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4BB9E46-7211-3DCA-6F2A-D5FDEB3465E4}"/>
                </a:ext>
              </a:extLst>
            </p:cNvPr>
            <p:cNvSpPr txBox="1"/>
            <p:nvPr/>
          </p:nvSpPr>
          <p:spPr>
            <a:xfrm>
              <a:off x="819134" y="1645596"/>
              <a:ext cx="22297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 pitchFamily="2" charset="0"/>
                  <a:cs typeface="Sora" pitchFamily="2" charset="0"/>
                </a:rPr>
                <a:t>Project Overview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4F3DF8E7-2551-A432-38D0-941D6297308C}"/>
                </a:ext>
              </a:extLst>
            </p:cNvPr>
            <p:cNvGrpSpPr/>
            <p:nvPr/>
          </p:nvGrpSpPr>
          <p:grpSpPr>
            <a:xfrm>
              <a:off x="607965" y="1627242"/>
              <a:ext cx="202904" cy="202964"/>
              <a:chOff x="2114550" y="1448345"/>
              <a:chExt cx="228668" cy="228737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1700D8C1-2E5E-C956-DDC8-E2CEACD98243}"/>
                  </a:ext>
                </a:extLst>
              </p:cNvPr>
              <p:cNvSpPr/>
              <p:nvPr/>
            </p:nvSpPr>
            <p:spPr>
              <a:xfrm>
                <a:off x="2114550" y="1448345"/>
                <a:ext cx="174189" cy="228685"/>
              </a:xfrm>
              <a:custGeom>
                <a:avLst/>
                <a:gdLst>
                  <a:gd name="connsiteX0" fmla="*/ 0 w 174189"/>
                  <a:gd name="connsiteY0" fmla="*/ 211253 h 228685"/>
                  <a:gd name="connsiteX1" fmla="*/ 0 w 174189"/>
                  <a:gd name="connsiteY1" fmla="*/ 58061 h 228685"/>
                  <a:gd name="connsiteX2" fmla="*/ 50149 w 174189"/>
                  <a:gd name="connsiteY2" fmla="*/ 58061 h 228685"/>
                  <a:gd name="connsiteX3" fmla="*/ 58061 w 174189"/>
                  <a:gd name="connsiteY3" fmla="*/ 50149 h 228685"/>
                  <a:gd name="connsiteX4" fmla="*/ 58061 w 174189"/>
                  <a:gd name="connsiteY4" fmla="*/ 0 h 228685"/>
                  <a:gd name="connsiteX5" fmla="*/ 156766 w 174189"/>
                  <a:gd name="connsiteY5" fmla="*/ 0 h 228685"/>
                  <a:gd name="connsiteX6" fmla="*/ 157577 w 174189"/>
                  <a:gd name="connsiteY6" fmla="*/ 340 h 228685"/>
                  <a:gd name="connsiteX7" fmla="*/ 174170 w 174189"/>
                  <a:gd name="connsiteY7" fmla="*/ 20615 h 228685"/>
                  <a:gd name="connsiteX8" fmla="*/ 174176 w 174189"/>
                  <a:gd name="connsiteY8" fmla="*/ 90495 h 228685"/>
                  <a:gd name="connsiteX9" fmla="*/ 174027 w 174189"/>
                  <a:gd name="connsiteY9" fmla="*/ 92506 h 228685"/>
                  <a:gd name="connsiteX10" fmla="*/ 172488 w 174189"/>
                  <a:gd name="connsiteY10" fmla="*/ 91450 h 228685"/>
                  <a:gd name="connsiteX11" fmla="*/ 138270 w 174189"/>
                  <a:gd name="connsiteY11" fmla="*/ 80400 h 228685"/>
                  <a:gd name="connsiteX12" fmla="*/ 34451 w 174189"/>
                  <a:gd name="connsiteY12" fmla="*/ 80394 h 228685"/>
                  <a:gd name="connsiteX13" fmla="*/ 26802 w 174189"/>
                  <a:gd name="connsiteY13" fmla="*/ 88138 h 228685"/>
                  <a:gd name="connsiteX14" fmla="*/ 26802 w 174189"/>
                  <a:gd name="connsiteY14" fmla="*/ 121629 h 228685"/>
                  <a:gd name="connsiteX15" fmla="*/ 34755 w 174189"/>
                  <a:gd name="connsiteY15" fmla="*/ 129523 h 228685"/>
                  <a:gd name="connsiteX16" fmla="*/ 78514 w 174189"/>
                  <a:gd name="connsiteY16" fmla="*/ 129523 h 228685"/>
                  <a:gd name="connsiteX17" fmla="*/ 80585 w 174189"/>
                  <a:gd name="connsiteY17" fmla="*/ 129523 h 228685"/>
                  <a:gd name="connsiteX18" fmla="*/ 80585 w 174189"/>
                  <a:gd name="connsiteY18" fmla="*/ 142923 h 228685"/>
                  <a:gd name="connsiteX19" fmla="*/ 77864 w 174189"/>
                  <a:gd name="connsiteY19" fmla="*/ 142923 h 228685"/>
                  <a:gd name="connsiteX20" fmla="*/ 40579 w 174189"/>
                  <a:gd name="connsiteY20" fmla="*/ 142923 h 228685"/>
                  <a:gd name="connsiteX21" fmla="*/ 33210 w 174189"/>
                  <a:gd name="connsiteY21" fmla="*/ 142953 h 228685"/>
                  <a:gd name="connsiteX22" fmla="*/ 26814 w 174189"/>
                  <a:gd name="connsiteY22" fmla="*/ 149230 h 228685"/>
                  <a:gd name="connsiteX23" fmla="*/ 32440 w 174189"/>
                  <a:gd name="connsiteY23" fmla="*/ 156223 h 228685"/>
                  <a:gd name="connsiteX24" fmla="*/ 34887 w 174189"/>
                  <a:gd name="connsiteY24" fmla="*/ 156318 h 228685"/>
                  <a:gd name="connsiteX25" fmla="*/ 81104 w 174189"/>
                  <a:gd name="connsiteY25" fmla="*/ 156354 h 228685"/>
                  <a:gd name="connsiteX26" fmla="*/ 83389 w 174189"/>
                  <a:gd name="connsiteY26" fmla="*/ 157058 h 228685"/>
                  <a:gd name="connsiteX27" fmla="*/ 89051 w 174189"/>
                  <a:gd name="connsiteY27" fmla="*/ 169725 h 228685"/>
                  <a:gd name="connsiteX28" fmla="*/ 86766 w 174189"/>
                  <a:gd name="connsiteY28" fmla="*/ 169725 h 228685"/>
                  <a:gd name="connsiteX29" fmla="*/ 35191 w 174189"/>
                  <a:gd name="connsiteY29" fmla="*/ 169725 h 228685"/>
                  <a:gd name="connsiteX30" fmla="*/ 33180 w 174189"/>
                  <a:gd name="connsiteY30" fmla="*/ 169743 h 228685"/>
                  <a:gd name="connsiteX31" fmla="*/ 26814 w 174189"/>
                  <a:gd name="connsiteY31" fmla="*/ 176062 h 228685"/>
                  <a:gd name="connsiteX32" fmla="*/ 32464 w 174189"/>
                  <a:gd name="connsiteY32" fmla="*/ 183031 h 228685"/>
                  <a:gd name="connsiteX33" fmla="*/ 35137 w 174189"/>
                  <a:gd name="connsiteY33" fmla="*/ 183120 h 228685"/>
                  <a:gd name="connsiteX34" fmla="*/ 99439 w 174189"/>
                  <a:gd name="connsiteY34" fmla="*/ 183156 h 228685"/>
                  <a:gd name="connsiteX35" fmla="*/ 102309 w 174189"/>
                  <a:gd name="connsiteY35" fmla="*/ 183908 h 228685"/>
                  <a:gd name="connsiteX36" fmla="*/ 154326 w 174189"/>
                  <a:gd name="connsiteY36" fmla="*/ 194266 h 228685"/>
                  <a:gd name="connsiteX37" fmla="*/ 157225 w 174189"/>
                  <a:gd name="connsiteY37" fmla="*/ 195071 h 228685"/>
                  <a:gd name="connsiteX38" fmla="*/ 172553 w 174189"/>
                  <a:gd name="connsiteY38" fmla="*/ 210370 h 228685"/>
                  <a:gd name="connsiteX39" fmla="*/ 173460 w 174189"/>
                  <a:gd name="connsiteY39" fmla="*/ 213908 h 228685"/>
                  <a:gd name="connsiteX40" fmla="*/ 154135 w 174189"/>
                  <a:gd name="connsiteY40" fmla="*/ 228651 h 228685"/>
                  <a:gd name="connsiteX41" fmla="*/ 113950 w 174189"/>
                  <a:gd name="connsiteY41" fmla="*/ 228669 h 228685"/>
                  <a:gd name="connsiteX42" fmla="*/ 20847 w 174189"/>
                  <a:gd name="connsiteY42" fmla="*/ 228663 h 228685"/>
                  <a:gd name="connsiteX43" fmla="*/ 1026 w 174189"/>
                  <a:gd name="connsiteY43" fmla="*/ 214874 h 228685"/>
                  <a:gd name="connsiteX44" fmla="*/ 0 w 174189"/>
                  <a:gd name="connsiteY44" fmla="*/ 211253 h 228685"/>
                  <a:gd name="connsiteX45" fmla="*/ 109421 w 174189"/>
                  <a:gd name="connsiteY45" fmla="*/ 66993 h 228685"/>
                  <a:gd name="connsiteX46" fmla="*/ 140203 w 174189"/>
                  <a:gd name="connsiteY46" fmla="*/ 66999 h 228685"/>
                  <a:gd name="connsiteX47" fmla="*/ 146802 w 174189"/>
                  <a:gd name="connsiteY47" fmla="*/ 62935 h 228685"/>
                  <a:gd name="connsiteX48" fmla="*/ 140083 w 174189"/>
                  <a:gd name="connsiteY48" fmla="*/ 53604 h 228685"/>
                  <a:gd name="connsiteX49" fmla="*/ 79194 w 174189"/>
                  <a:gd name="connsiteY49" fmla="*/ 53598 h 228685"/>
                  <a:gd name="connsiteX50" fmla="*/ 71468 w 174189"/>
                  <a:gd name="connsiteY50" fmla="*/ 60352 h 228685"/>
                  <a:gd name="connsiteX51" fmla="*/ 79314 w 174189"/>
                  <a:gd name="connsiteY51" fmla="*/ 66993 h 228685"/>
                  <a:gd name="connsiteX52" fmla="*/ 109421 w 174189"/>
                  <a:gd name="connsiteY52" fmla="*/ 66993 h 228685"/>
                  <a:gd name="connsiteX53" fmla="*/ 109176 w 174189"/>
                  <a:gd name="connsiteY53" fmla="*/ 40197 h 228685"/>
                  <a:gd name="connsiteX54" fmla="*/ 139958 w 174189"/>
                  <a:gd name="connsiteY54" fmla="*/ 40191 h 228685"/>
                  <a:gd name="connsiteX55" fmla="*/ 147375 w 174189"/>
                  <a:gd name="connsiteY55" fmla="*/ 33574 h 228685"/>
                  <a:gd name="connsiteX56" fmla="*/ 139886 w 174189"/>
                  <a:gd name="connsiteY56" fmla="*/ 26802 h 228685"/>
                  <a:gd name="connsiteX57" fmla="*/ 78998 w 174189"/>
                  <a:gd name="connsiteY57" fmla="*/ 26802 h 228685"/>
                  <a:gd name="connsiteX58" fmla="*/ 71468 w 174189"/>
                  <a:gd name="connsiteY58" fmla="*/ 33532 h 228685"/>
                  <a:gd name="connsiteX59" fmla="*/ 79069 w 174189"/>
                  <a:gd name="connsiteY59" fmla="*/ 40197 h 228685"/>
                  <a:gd name="connsiteX60" fmla="*/ 109176 w 174189"/>
                  <a:gd name="connsiteY60" fmla="*/ 40197 h 228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174189" h="228685">
                    <a:moveTo>
                      <a:pt x="0" y="211253"/>
                    </a:moveTo>
                    <a:cubicBezTo>
                      <a:pt x="0" y="160191"/>
                      <a:pt x="0" y="109123"/>
                      <a:pt x="0" y="58061"/>
                    </a:cubicBezTo>
                    <a:cubicBezTo>
                      <a:pt x="16718" y="58061"/>
                      <a:pt x="33431" y="58061"/>
                      <a:pt x="50149" y="58061"/>
                    </a:cubicBezTo>
                    <a:cubicBezTo>
                      <a:pt x="55501" y="58061"/>
                      <a:pt x="58061" y="55501"/>
                      <a:pt x="58061" y="50149"/>
                    </a:cubicBezTo>
                    <a:cubicBezTo>
                      <a:pt x="58067" y="33431"/>
                      <a:pt x="58061" y="16718"/>
                      <a:pt x="58061" y="0"/>
                    </a:cubicBezTo>
                    <a:cubicBezTo>
                      <a:pt x="90961" y="0"/>
                      <a:pt x="123860" y="0"/>
                      <a:pt x="156766" y="0"/>
                    </a:cubicBezTo>
                    <a:cubicBezTo>
                      <a:pt x="157034" y="113"/>
                      <a:pt x="157297" y="280"/>
                      <a:pt x="157577" y="340"/>
                    </a:cubicBezTo>
                    <a:cubicBezTo>
                      <a:pt x="167780" y="2530"/>
                      <a:pt x="174159" y="10257"/>
                      <a:pt x="174170" y="20615"/>
                    </a:cubicBezTo>
                    <a:cubicBezTo>
                      <a:pt x="174206" y="43908"/>
                      <a:pt x="174182" y="67202"/>
                      <a:pt x="174176" y="90495"/>
                    </a:cubicBezTo>
                    <a:cubicBezTo>
                      <a:pt x="174176" y="91104"/>
                      <a:pt x="174087" y="91712"/>
                      <a:pt x="174027" y="92506"/>
                    </a:cubicBezTo>
                    <a:cubicBezTo>
                      <a:pt x="173341" y="92034"/>
                      <a:pt x="172906" y="91748"/>
                      <a:pt x="172488" y="91450"/>
                    </a:cubicBezTo>
                    <a:cubicBezTo>
                      <a:pt x="162267" y="84099"/>
                      <a:pt x="150853" y="80406"/>
                      <a:pt x="138270" y="80400"/>
                    </a:cubicBezTo>
                    <a:cubicBezTo>
                      <a:pt x="103663" y="80382"/>
                      <a:pt x="69057" y="80394"/>
                      <a:pt x="34451" y="80394"/>
                    </a:cubicBezTo>
                    <a:cubicBezTo>
                      <a:pt x="29409" y="80394"/>
                      <a:pt x="26802" y="83037"/>
                      <a:pt x="26802" y="88138"/>
                    </a:cubicBezTo>
                    <a:cubicBezTo>
                      <a:pt x="26796" y="99302"/>
                      <a:pt x="26796" y="110465"/>
                      <a:pt x="26802" y="121629"/>
                    </a:cubicBezTo>
                    <a:cubicBezTo>
                      <a:pt x="26802" y="126981"/>
                      <a:pt x="29362" y="129523"/>
                      <a:pt x="34755" y="129523"/>
                    </a:cubicBezTo>
                    <a:cubicBezTo>
                      <a:pt x="49344" y="129528"/>
                      <a:pt x="63926" y="129523"/>
                      <a:pt x="78514" y="129523"/>
                    </a:cubicBezTo>
                    <a:cubicBezTo>
                      <a:pt x="79296" y="129523"/>
                      <a:pt x="80083" y="129523"/>
                      <a:pt x="80585" y="129523"/>
                    </a:cubicBezTo>
                    <a:cubicBezTo>
                      <a:pt x="80585" y="134141"/>
                      <a:pt x="80585" y="138425"/>
                      <a:pt x="80585" y="142923"/>
                    </a:cubicBezTo>
                    <a:cubicBezTo>
                      <a:pt x="79463" y="142923"/>
                      <a:pt x="78663" y="142923"/>
                      <a:pt x="77864" y="142923"/>
                    </a:cubicBezTo>
                    <a:cubicBezTo>
                      <a:pt x="65435" y="142923"/>
                      <a:pt x="53007" y="142923"/>
                      <a:pt x="40579" y="142923"/>
                    </a:cubicBezTo>
                    <a:cubicBezTo>
                      <a:pt x="38120" y="142923"/>
                      <a:pt x="35662" y="142846"/>
                      <a:pt x="33210" y="142953"/>
                    </a:cubicBezTo>
                    <a:cubicBezTo>
                      <a:pt x="29749" y="143102"/>
                      <a:pt x="27017" y="145865"/>
                      <a:pt x="26814" y="149230"/>
                    </a:cubicBezTo>
                    <a:cubicBezTo>
                      <a:pt x="26617" y="152589"/>
                      <a:pt x="29045" y="155650"/>
                      <a:pt x="32440" y="156223"/>
                    </a:cubicBezTo>
                    <a:cubicBezTo>
                      <a:pt x="33240" y="156360"/>
                      <a:pt x="34075" y="156318"/>
                      <a:pt x="34887" y="156318"/>
                    </a:cubicBezTo>
                    <a:cubicBezTo>
                      <a:pt x="50292" y="156324"/>
                      <a:pt x="65698" y="156312"/>
                      <a:pt x="81104" y="156354"/>
                    </a:cubicBezTo>
                    <a:cubicBezTo>
                      <a:pt x="81891" y="156354"/>
                      <a:pt x="83150" y="156563"/>
                      <a:pt x="83389" y="157058"/>
                    </a:cubicBezTo>
                    <a:cubicBezTo>
                      <a:pt x="85364" y="161181"/>
                      <a:pt x="87148" y="165394"/>
                      <a:pt x="89051" y="169725"/>
                    </a:cubicBezTo>
                    <a:cubicBezTo>
                      <a:pt x="88341" y="169725"/>
                      <a:pt x="87554" y="169725"/>
                      <a:pt x="86766" y="169725"/>
                    </a:cubicBezTo>
                    <a:cubicBezTo>
                      <a:pt x="69576" y="169725"/>
                      <a:pt x="52381" y="169725"/>
                      <a:pt x="35191" y="169725"/>
                    </a:cubicBezTo>
                    <a:cubicBezTo>
                      <a:pt x="34523" y="169725"/>
                      <a:pt x="33848" y="169696"/>
                      <a:pt x="33180" y="169743"/>
                    </a:cubicBezTo>
                    <a:cubicBezTo>
                      <a:pt x="29731" y="169970"/>
                      <a:pt x="26999" y="172691"/>
                      <a:pt x="26814" y="176062"/>
                    </a:cubicBezTo>
                    <a:cubicBezTo>
                      <a:pt x="26629" y="179421"/>
                      <a:pt x="29075" y="182476"/>
                      <a:pt x="32464" y="183031"/>
                    </a:cubicBezTo>
                    <a:cubicBezTo>
                      <a:pt x="33335" y="183174"/>
                      <a:pt x="34242" y="183120"/>
                      <a:pt x="35137" y="183120"/>
                    </a:cubicBezTo>
                    <a:cubicBezTo>
                      <a:pt x="56569" y="183126"/>
                      <a:pt x="78001" y="183114"/>
                      <a:pt x="99439" y="183156"/>
                    </a:cubicBezTo>
                    <a:cubicBezTo>
                      <a:pt x="100406" y="183156"/>
                      <a:pt x="101575" y="183353"/>
                      <a:pt x="102309" y="183908"/>
                    </a:cubicBezTo>
                    <a:cubicBezTo>
                      <a:pt x="117983" y="195793"/>
                      <a:pt x="135304" y="199320"/>
                      <a:pt x="154326" y="194266"/>
                    </a:cubicBezTo>
                    <a:cubicBezTo>
                      <a:pt x="155596" y="193926"/>
                      <a:pt x="156342" y="194182"/>
                      <a:pt x="157225" y="195071"/>
                    </a:cubicBezTo>
                    <a:cubicBezTo>
                      <a:pt x="162291" y="200215"/>
                      <a:pt x="167386" y="205334"/>
                      <a:pt x="172553" y="210370"/>
                    </a:cubicBezTo>
                    <a:cubicBezTo>
                      <a:pt x="173681" y="211468"/>
                      <a:pt x="173884" y="212440"/>
                      <a:pt x="173460" y="213908"/>
                    </a:cubicBezTo>
                    <a:cubicBezTo>
                      <a:pt x="170948" y="222637"/>
                      <a:pt x="163293" y="228610"/>
                      <a:pt x="154135" y="228651"/>
                    </a:cubicBezTo>
                    <a:cubicBezTo>
                      <a:pt x="140740" y="228717"/>
                      <a:pt x="127345" y="228669"/>
                      <a:pt x="113950" y="228669"/>
                    </a:cubicBezTo>
                    <a:cubicBezTo>
                      <a:pt x="82918" y="228669"/>
                      <a:pt x="51879" y="228681"/>
                      <a:pt x="20847" y="228663"/>
                    </a:cubicBezTo>
                    <a:cubicBezTo>
                      <a:pt x="11480" y="228657"/>
                      <a:pt x="3807" y="223299"/>
                      <a:pt x="1026" y="214874"/>
                    </a:cubicBezTo>
                    <a:cubicBezTo>
                      <a:pt x="626" y="213687"/>
                      <a:pt x="334" y="212458"/>
                      <a:pt x="0" y="211253"/>
                    </a:cubicBezTo>
                    <a:close/>
                    <a:moveTo>
                      <a:pt x="109421" y="66993"/>
                    </a:moveTo>
                    <a:cubicBezTo>
                      <a:pt x="119684" y="66993"/>
                      <a:pt x="129940" y="66987"/>
                      <a:pt x="140203" y="66999"/>
                    </a:cubicBezTo>
                    <a:cubicBezTo>
                      <a:pt x="143252" y="66999"/>
                      <a:pt x="145549" y="65722"/>
                      <a:pt x="146802" y="62935"/>
                    </a:cubicBezTo>
                    <a:cubicBezTo>
                      <a:pt x="148866" y="58353"/>
                      <a:pt x="145441" y="53610"/>
                      <a:pt x="140083" y="53604"/>
                    </a:cubicBezTo>
                    <a:cubicBezTo>
                      <a:pt x="119785" y="53586"/>
                      <a:pt x="99487" y="53592"/>
                      <a:pt x="79194" y="53598"/>
                    </a:cubicBezTo>
                    <a:cubicBezTo>
                      <a:pt x="74505" y="53598"/>
                      <a:pt x="71426" y="56295"/>
                      <a:pt x="71468" y="60352"/>
                    </a:cubicBezTo>
                    <a:cubicBezTo>
                      <a:pt x="71503" y="64391"/>
                      <a:pt x="74570" y="66993"/>
                      <a:pt x="79314" y="66993"/>
                    </a:cubicBezTo>
                    <a:cubicBezTo>
                      <a:pt x="89350" y="66999"/>
                      <a:pt x="99385" y="66993"/>
                      <a:pt x="109421" y="66993"/>
                    </a:cubicBezTo>
                    <a:close/>
                    <a:moveTo>
                      <a:pt x="109176" y="40197"/>
                    </a:moveTo>
                    <a:cubicBezTo>
                      <a:pt x="119439" y="40197"/>
                      <a:pt x="129696" y="40209"/>
                      <a:pt x="139958" y="40191"/>
                    </a:cubicBezTo>
                    <a:cubicBezTo>
                      <a:pt x="144320" y="40185"/>
                      <a:pt x="147327" y="37476"/>
                      <a:pt x="147375" y="33574"/>
                    </a:cubicBezTo>
                    <a:cubicBezTo>
                      <a:pt x="147422" y="29594"/>
                      <a:pt x="144367" y="26808"/>
                      <a:pt x="139886" y="26802"/>
                    </a:cubicBezTo>
                    <a:cubicBezTo>
                      <a:pt x="119588" y="26796"/>
                      <a:pt x="99290" y="26796"/>
                      <a:pt x="78998" y="26802"/>
                    </a:cubicBezTo>
                    <a:cubicBezTo>
                      <a:pt x="74505" y="26802"/>
                      <a:pt x="71444" y="29558"/>
                      <a:pt x="71468" y="33532"/>
                    </a:cubicBezTo>
                    <a:cubicBezTo>
                      <a:pt x="71492" y="37500"/>
                      <a:pt x="74540" y="40191"/>
                      <a:pt x="79069" y="40197"/>
                    </a:cubicBezTo>
                    <a:cubicBezTo>
                      <a:pt x="89105" y="40203"/>
                      <a:pt x="99141" y="40197"/>
                      <a:pt x="109176" y="40197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5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C6EEFD0-ED6F-B483-FE27-23679D249A06}"/>
                  </a:ext>
                </a:extLst>
              </p:cNvPr>
              <p:cNvSpPr/>
              <p:nvPr/>
            </p:nvSpPr>
            <p:spPr>
              <a:xfrm>
                <a:off x="2208344" y="1542139"/>
                <a:ext cx="89319" cy="89319"/>
              </a:xfrm>
              <a:custGeom>
                <a:avLst/>
                <a:gdLst>
                  <a:gd name="connsiteX0" fmla="*/ 44636 w 89319"/>
                  <a:gd name="connsiteY0" fmla="*/ 89320 h 89319"/>
                  <a:gd name="connsiteX1" fmla="*/ 0 w 89319"/>
                  <a:gd name="connsiteY1" fmla="*/ 44523 h 89319"/>
                  <a:gd name="connsiteX2" fmla="*/ 44684 w 89319"/>
                  <a:gd name="connsiteY2" fmla="*/ 0 h 89319"/>
                  <a:gd name="connsiteX3" fmla="*/ 89320 w 89319"/>
                  <a:gd name="connsiteY3" fmla="*/ 44791 h 89319"/>
                  <a:gd name="connsiteX4" fmla="*/ 44636 w 89319"/>
                  <a:gd name="connsiteY4" fmla="*/ 89320 h 89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319" h="89319">
                    <a:moveTo>
                      <a:pt x="44636" y="89320"/>
                    </a:moveTo>
                    <a:cubicBezTo>
                      <a:pt x="19952" y="89308"/>
                      <a:pt x="-54" y="69236"/>
                      <a:pt x="0" y="44523"/>
                    </a:cubicBezTo>
                    <a:cubicBezTo>
                      <a:pt x="54" y="19940"/>
                      <a:pt x="20072" y="-12"/>
                      <a:pt x="44684" y="0"/>
                    </a:cubicBezTo>
                    <a:cubicBezTo>
                      <a:pt x="69380" y="6"/>
                      <a:pt x="89379" y="20078"/>
                      <a:pt x="89320" y="44791"/>
                    </a:cubicBezTo>
                    <a:cubicBezTo>
                      <a:pt x="89260" y="69367"/>
                      <a:pt x="69236" y="89326"/>
                      <a:pt x="44636" y="89320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5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6C32DA6-CFA6-E5D0-BC1C-DE160C7C175E}"/>
                  </a:ext>
                </a:extLst>
              </p:cNvPr>
              <p:cNvSpPr/>
              <p:nvPr/>
            </p:nvSpPr>
            <p:spPr>
              <a:xfrm>
                <a:off x="2283702" y="1617437"/>
                <a:ext cx="59516" cy="59645"/>
              </a:xfrm>
              <a:custGeom>
                <a:avLst/>
                <a:gdLst>
                  <a:gd name="connsiteX0" fmla="*/ 0 w 59516"/>
                  <a:gd name="connsiteY0" fmla="*/ 18628 h 59645"/>
                  <a:gd name="connsiteX1" fmla="*/ 18580 w 59516"/>
                  <a:gd name="connsiteY1" fmla="*/ 0 h 59645"/>
                  <a:gd name="connsiteX2" fmla="*/ 19696 w 59516"/>
                  <a:gd name="connsiteY2" fmla="*/ 800 h 59645"/>
                  <a:gd name="connsiteX3" fmla="*/ 55483 w 59516"/>
                  <a:gd name="connsiteY3" fmla="*/ 36623 h 59645"/>
                  <a:gd name="connsiteX4" fmla="*/ 50310 w 59516"/>
                  <a:gd name="connsiteY4" fmla="*/ 58866 h 59645"/>
                  <a:gd name="connsiteX5" fmla="*/ 37243 w 59516"/>
                  <a:gd name="connsiteY5" fmla="*/ 56110 h 59645"/>
                  <a:gd name="connsiteX6" fmla="*/ 292 w 59516"/>
                  <a:gd name="connsiteY6" fmla="*/ 19248 h 59645"/>
                  <a:gd name="connsiteX7" fmla="*/ 0 w 59516"/>
                  <a:gd name="connsiteY7" fmla="*/ 18628 h 5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516" h="59645">
                    <a:moveTo>
                      <a:pt x="0" y="18628"/>
                    </a:moveTo>
                    <a:cubicBezTo>
                      <a:pt x="7578" y="13783"/>
                      <a:pt x="13753" y="7649"/>
                      <a:pt x="18580" y="0"/>
                    </a:cubicBezTo>
                    <a:cubicBezTo>
                      <a:pt x="19021" y="316"/>
                      <a:pt x="19403" y="513"/>
                      <a:pt x="19696" y="800"/>
                    </a:cubicBezTo>
                    <a:cubicBezTo>
                      <a:pt x="31635" y="12727"/>
                      <a:pt x="43622" y="24612"/>
                      <a:pt x="55483" y="36623"/>
                    </a:cubicBezTo>
                    <a:cubicBezTo>
                      <a:pt x="62661" y="43890"/>
                      <a:pt x="59845" y="55746"/>
                      <a:pt x="50310" y="58866"/>
                    </a:cubicBezTo>
                    <a:cubicBezTo>
                      <a:pt x="45459" y="60453"/>
                      <a:pt x="40847" y="59654"/>
                      <a:pt x="37243" y="56110"/>
                    </a:cubicBezTo>
                    <a:cubicBezTo>
                      <a:pt x="24827" y="43920"/>
                      <a:pt x="12589" y="31557"/>
                      <a:pt x="292" y="19248"/>
                    </a:cubicBezTo>
                    <a:cubicBezTo>
                      <a:pt x="191" y="19159"/>
                      <a:pt x="161" y="18992"/>
                      <a:pt x="0" y="18628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5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CDF349F1-D136-1DC3-F200-B0EF12107D58}"/>
                  </a:ext>
                </a:extLst>
              </p:cNvPr>
              <p:cNvSpPr/>
              <p:nvPr/>
            </p:nvSpPr>
            <p:spPr>
              <a:xfrm>
                <a:off x="2154830" y="1542270"/>
                <a:ext cx="60340" cy="22184"/>
              </a:xfrm>
              <a:custGeom>
                <a:avLst/>
                <a:gdLst>
                  <a:gd name="connsiteX0" fmla="*/ 0 w 60340"/>
                  <a:gd name="connsiteY0" fmla="*/ 22011 h 22184"/>
                  <a:gd name="connsiteX1" fmla="*/ 0 w 60340"/>
                  <a:gd name="connsiteY1" fmla="*/ 0 h 22184"/>
                  <a:gd name="connsiteX2" fmla="*/ 60340 w 60340"/>
                  <a:gd name="connsiteY2" fmla="*/ 0 h 22184"/>
                  <a:gd name="connsiteX3" fmla="*/ 51140 w 60340"/>
                  <a:gd name="connsiteY3" fmla="*/ 10704 h 22184"/>
                  <a:gd name="connsiteX4" fmla="*/ 45239 w 60340"/>
                  <a:gd name="connsiteY4" fmla="*/ 20638 h 22184"/>
                  <a:gd name="connsiteX5" fmla="*/ 43222 w 60340"/>
                  <a:gd name="connsiteY5" fmla="*/ 22130 h 22184"/>
                  <a:gd name="connsiteX6" fmla="*/ 632 w 60340"/>
                  <a:gd name="connsiteY6" fmla="*/ 22172 h 22184"/>
                  <a:gd name="connsiteX7" fmla="*/ 0 w 60340"/>
                  <a:gd name="connsiteY7" fmla="*/ 22011 h 22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340" h="22184">
                    <a:moveTo>
                      <a:pt x="0" y="22011"/>
                    </a:moveTo>
                    <a:cubicBezTo>
                      <a:pt x="0" y="14648"/>
                      <a:pt x="0" y="7393"/>
                      <a:pt x="0" y="0"/>
                    </a:cubicBezTo>
                    <a:cubicBezTo>
                      <a:pt x="20233" y="0"/>
                      <a:pt x="40382" y="0"/>
                      <a:pt x="60340" y="0"/>
                    </a:cubicBezTo>
                    <a:cubicBezTo>
                      <a:pt x="57267" y="3532"/>
                      <a:pt x="53938" y="6921"/>
                      <a:pt x="51140" y="10704"/>
                    </a:cubicBezTo>
                    <a:cubicBezTo>
                      <a:pt x="48860" y="13783"/>
                      <a:pt x="47255" y="17351"/>
                      <a:pt x="45239" y="20638"/>
                    </a:cubicBezTo>
                    <a:cubicBezTo>
                      <a:pt x="44821" y="21313"/>
                      <a:pt x="43908" y="22124"/>
                      <a:pt x="43222" y="22130"/>
                    </a:cubicBezTo>
                    <a:cubicBezTo>
                      <a:pt x="29027" y="22208"/>
                      <a:pt x="14827" y="22184"/>
                      <a:pt x="632" y="22172"/>
                    </a:cubicBezTo>
                    <a:cubicBezTo>
                      <a:pt x="495" y="22172"/>
                      <a:pt x="358" y="22106"/>
                      <a:pt x="0" y="22011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5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44DA657B-B353-130D-D37F-F876618AE0BB}"/>
                  </a:ext>
                </a:extLst>
              </p:cNvPr>
              <p:cNvSpPr/>
              <p:nvPr/>
            </p:nvSpPr>
            <p:spPr>
              <a:xfrm>
                <a:off x="2119072" y="1452825"/>
                <a:ext cx="39976" cy="39988"/>
              </a:xfrm>
              <a:custGeom>
                <a:avLst/>
                <a:gdLst>
                  <a:gd name="connsiteX0" fmla="*/ 0 w 39976"/>
                  <a:gd name="connsiteY0" fmla="*/ 39988 h 39988"/>
                  <a:gd name="connsiteX1" fmla="*/ 39976 w 39976"/>
                  <a:gd name="connsiteY1" fmla="*/ 0 h 39988"/>
                  <a:gd name="connsiteX2" fmla="*/ 39976 w 39976"/>
                  <a:gd name="connsiteY2" fmla="*/ 39988 h 39988"/>
                  <a:gd name="connsiteX3" fmla="*/ 0 w 39976"/>
                  <a:gd name="connsiteY3" fmla="*/ 39988 h 39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976" h="39988">
                    <a:moveTo>
                      <a:pt x="0" y="39988"/>
                    </a:moveTo>
                    <a:cubicBezTo>
                      <a:pt x="13341" y="26647"/>
                      <a:pt x="26623" y="13359"/>
                      <a:pt x="39976" y="0"/>
                    </a:cubicBezTo>
                    <a:cubicBezTo>
                      <a:pt x="39976" y="13282"/>
                      <a:pt x="39976" y="26593"/>
                      <a:pt x="39976" y="39988"/>
                    </a:cubicBezTo>
                    <a:cubicBezTo>
                      <a:pt x="26629" y="39988"/>
                      <a:pt x="13270" y="39988"/>
                      <a:pt x="0" y="39988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5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7B41644-FD5A-9BEC-882D-2BFCA0570EB3}"/>
              </a:ext>
            </a:extLst>
          </p:cNvPr>
          <p:cNvGrpSpPr/>
          <p:nvPr/>
        </p:nvGrpSpPr>
        <p:grpSpPr>
          <a:xfrm>
            <a:off x="441782" y="3225348"/>
            <a:ext cx="2443151" cy="276999"/>
            <a:chOff x="609566" y="3420564"/>
            <a:chExt cx="2443151" cy="27699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F92F35-A4DE-3E7B-192F-72392D6EFC72}"/>
                </a:ext>
              </a:extLst>
            </p:cNvPr>
            <p:cNvSpPr txBox="1"/>
            <p:nvPr/>
          </p:nvSpPr>
          <p:spPr>
            <a:xfrm>
              <a:off x="822960" y="3420564"/>
              <a:ext cx="22297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 pitchFamily="2" charset="0"/>
                  <a:cs typeface="Sora" pitchFamily="2" charset="0"/>
                </a:rPr>
                <a:t>Project Management</a:t>
              </a:r>
            </a:p>
          </p:txBody>
        </p:sp>
        <p:grpSp>
          <p:nvGrpSpPr>
            <p:cNvPr id="10" name="Graphic 2">
              <a:extLst>
                <a:ext uri="{FF2B5EF4-FFF2-40B4-BE49-F238E27FC236}">
                  <a16:creationId xmlns:a16="http://schemas.microsoft.com/office/drawing/2014/main" id="{13174BDC-B4F9-05E4-E455-4BCA39BF5F8A}"/>
                </a:ext>
              </a:extLst>
            </p:cNvPr>
            <p:cNvGrpSpPr/>
            <p:nvPr/>
          </p:nvGrpSpPr>
          <p:grpSpPr>
            <a:xfrm>
              <a:off x="609566" y="3436972"/>
              <a:ext cx="180733" cy="180722"/>
              <a:chOff x="582627" y="3436972"/>
              <a:chExt cx="180733" cy="180722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13085A5-1CA9-E12A-4734-B4C22A7C95A2}"/>
                  </a:ext>
                </a:extLst>
              </p:cNvPr>
              <p:cNvSpPr/>
              <p:nvPr/>
            </p:nvSpPr>
            <p:spPr>
              <a:xfrm>
                <a:off x="582627" y="3543760"/>
                <a:ext cx="180733" cy="73933"/>
              </a:xfrm>
              <a:custGeom>
                <a:avLst/>
                <a:gdLst>
                  <a:gd name="connsiteX0" fmla="*/ 0 w 180733"/>
                  <a:gd name="connsiteY0" fmla="*/ 48152 h 73933"/>
                  <a:gd name="connsiteX1" fmla="*/ 916 w 180733"/>
                  <a:gd name="connsiteY1" fmla="*/ 43702 h 73933"/>
                  <a:gd name="connsiteX2" fmla="*/ 20540 w 180733"/>
                  <a:gd name="connsiteY2" fmla="*/ 18402 h 73933"/>
                  <a:gd name="connsiteX3" fmla="*/ 53936 w 180733"/>
                  <a:gd name="connsiteY3" fmla="*/ 5302 h 73933"/>
                  <a:gd name="connsiteX4" fmla="*/ 60450 w 180733"/>
                  <a:gd name="connsiteY4" fmla="*/ 8628 h 73933"/>
                  <a:gd name="connsiteX5" fmla="*/ 75908 w 180733"/>
                  <a:gd name="connsiteY5" fmla="*/ 51735 h 73933"/>
                  <a:gd name="connsiteX6" fmla="*/ 76906 w 180733"/>
                  <a:gd name="connsiteY6" fmla="*/ 54353 h 73933"/>
                  <a:gd name="connsiteX7" fmla="*/ 78681 w 180733"/>
                  <a:gd name="connsiteY7" fmla="*/ 45678 h 73933"/>
                  <a:gd name="connsiteX8" fmla="*/ 81631 w 180733"/>
                  <a:gd name="connsiteY8" fmla="*/ 30635 h 73933"/>
                  <a:gd name="connsiteX9" fmla="*/ 81439 w 180733"/>
                  <a:gd name="connsiteY9" fmla="*/ 27395 h 73933"/>
                  <a:gd name="connsiteX10" fmla="*/ 74433 w 180733"/>
                  <a:gd name="connsiteY10" fmla="*/ 6155 h 73933"/>
                  <a:gd name="connsiteX11" fmla="*/ 74196 w 180733"/>
                  <a:gd name="connsiteY11" fmla="*/ 2891 h 73933"/>
                  <a:gd name="connsiteX12" fmla="*/ 77986 w 180733"/>
                  <a:gd name="connsiteY12" fmla="*/ 55 h 73933"/>
                  <a:gd name="connsiteX13" fmla="*/ 102688 w 180733"/>
                  <a:gd name="connsiteY13" fmla="*/ 65 h 73933"/>
                  <a:gd name="connsiteX14" fmla="*/ 106376 w 180733"/>
                  <a:gd name="connsiteY14" fmla="*/ 5962 h 73933"/>
                  <a:gd name="connsiteX15" fmla="*/ 100369 w 180733"/>
                  <a:gd name="connsiteY15" fmla="*/ 23822 h 73933"/>
                  <a:gd name="connsiteX16" fmla="*/ 99742 w 180733"/>
                  <a:gd name="connsiteY16" fmla="*/ 34425 h 73933"/>
                  <a:gd name="connsiteX17" fmla="*/ 103416 w 180733"/>
                  <a:gd name="connsiteY17" fmla="*/ 52554 h 73933"/>
                  <a:gd name="connsiteX18" fmla="*/ 103884 w 180733"/>
                  <a:gd name="connsiteY18" fmla="*/ 54251 h 73933"/>
                  <a:gd name="connsiteX19" fmla="*/ 110123 w 180733"/>
                  <a:gd name="connsiteY19" fmla="*/ 36850 h 73933"/>
                  <a:gd name="connsiteX20" fmla="*/ 120239 w 180733"/>
                  <a:gd name="connsiteY20" fmla="*/ 8667 h 73933"/>
                  <a:gd name="connsiteX21" fmla="*/ 126729 w 180733"/>
                  <a:gd name="connsiteY21" fmla="*/ 5297 h 73933"/>
                  <a:gd name="connsiteX22" fmla="*/ 161498 w 180733"/>
                  <a:gd name="connsiteY22" fmla="*/ 19183 h 73933"/>
                  <a:gd name="connsiteX23" fmla="*/ 180660 w 180733"/>
                  <a:gd name="connsiteY23" fmla="*/ 51175 h 73933"/>
                  <a:gd name="connsiteX24" fmla="*/ 180105 w 180733"/>
                  <a:gd name="connsiteY24" fmla="*/ 61344 h 73933"/>
                  <a:gd name="connsiteX25" fmla="*/ 164251 w 180733"/>
                  <a:gd name="connsiteY25" fmla="*/ 73919 h 73933"/>
                  <a:gd name="connsiteX26" fmla="*/ 163017 w 180733"/>
                  <a:gd name="connsiteY26" fmla="*/ 73924 h 73933"/>
                  <a:gd name="connsiteX27" fmla="*/ 17619 w 180733"/>
                  <a:gd name="connsiteY27" fmla="*/ 73934 h 73933"/>
                  <a:gd name="connsiteX28" fmla="*/ 3216 w 180733"/>
                  <a:gd name="connsiteY28" fmla="*/ 67159 h 73933"/>
                  <a:gd name="connsiteX29" fmla="*/ 0 w 180733"/>
                  <a:gd name="connsiteY29" fmla="*/ 59097 h 73933"/>
                  <a:gd name="connsiteX30" fmla="*/ 0 w 180733"/>
                  <a:gd name="connsiteY30" fmla="*/ 48152 h 73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80733" h="73933">
                    <a:moveTo>
                      <a:pt x="0" y="48152"/>
                    </a:moveTo>
                    <a:cubicBezTo>
                      <a:pt x="304" y="46667"/>
                      <a:pt x="588" y="45177"/>
                      <a:pt x="916" y="43702"/>
                    </a:cubicBezTo>
                    <a:cubicBezTo>
                      <a:pt x="3501" y="32202"/>
                      <a:pt x="10145" y="23783"/>
                      <a:pt x="20540" y="18402"/>
                    </a:cubicBezTo>
                    <a:cubicBezTo>
                      <a:pt x="31206" y="12876"/>
                      <a:pt x="42364" y="8551"/>
                      <a:pt x="53936" y="5302"/>
                    </a:cubicBezTo>
                    <a:cubicBezTo>
                      <a:pt x="57494" y="4303"/>
                      <a:pt x="59206" y="5152"/>
                      <a:pt x="60450" y="8628"/>
                    </a:cubicBezTo>
                    <a:cubicBezTo>
                      <a:pt x="65609" y="22997"/>
                      <a:pt x="70754" y="37366"/>
                      <a:pt x="75908" y="51735"/>
                    </a:cubicBezTo>
                    <a:cubicBezTo>
                      <a:pt x="76164" y="52448"/>
                      <a:pt x="76443" y="53152"/>
                      <a:pt x="76906" y="54353"/>
                    </a:cubicBezTo>
                    <a:cubicBezTo>
                      <a:pt x="77562" y="51146"/>
                      <a:pt x="78131" y="48417"/>
                      <a:pt x="78681" y="45678"/>
                    </a:cubicBezTo>
                    <a:cubicBezTo>
                      <a:pt x="79684" y="40669"/>
                      <a:pt x="80715" y="35664"/>
                      <a:pt x="81631" y="30635"/>
                    </a:cubicBezTo>
                    <a:cubicBezTo>
                      <a:pt x="81820" y="29593"/>
                      <a:pt x="81762" y="28397"/>
                      <a:pt x="81439" y="27395"/>
                    </a:cubicBezTo>
                    <a:cubicBezTo>
                      <a:pt x="79148" y="20302"/>
                      <a:pt x="76728" y="13248"/>
                      <a:pt x="74433" y="6155"/>
                    </a:cubicBezTo>
                    <a:cubicBezTo>
                      <a:pt x="74105" y="5138"/>
                      <a:pt x="74013" y="3942"/>
                      <a:pt x="74196" y="2891"/>
                    </a:cubicBezTo>
                    <a:cubicBezTo>
                      <a:pt x="74486" y="1227"/>
                      <a:pt x="76038" y="70"/>
                      <a:pt x="77986" y="55"/>
                    </a:cubicBezTo>
                    <a:cubicBezTo>
                      <a:pt x="86222" y="2"/>
                      <a:pt x="94457" y="-41"/>
                      <a:pt x="102688" y="65"/>
                    </a:cubicBezTo>
                    <a:cubicBezTo>
                      <a:pt x="105894" y="109"/>
                      <a:pt x="107437" y="2712"/>
                      <a:pt x="106376" y="5962"/>
                    </a:cubicBezTo>
                    <a:cubicBezTo>
                      <a:pt x="104429" y="11936"/>
                      <a:pt x="102601" y="17954"/>
                      <a:pt x="100369" y="23822"/>
                    </a:cubicBezTo>
                    <a:cubicBezTo>
                      <a:pt x="99014" y="27390"/>
                      <a:pt x="98869" y="30741"/>
                      <a:pt x="99742" y="34425"/>
                    </a:cubicBezTo>
                    <a:cubicBezTo>
                      <a:pt x="101169" y="40418"/>
                      <a:pt x="102206" y="46508"/>
                      <a:pt x="103416" y="52554"/>
                    </a:cubicBezTo>
                    <a:cubicBezTo>
                      <a:pt x="103503" y="52998"/>
                      <a:pt x="103657" y="53432"/>
                      <a:pt x="103884" y="54251"/>
                    </a:cubicBezTo>
                    <a:cubicBezTo>
                      <a:pt x="106053" y="48205"/>
                      <a:pt x="108088" y="42530"/>
                      <a:pt x="110123" y="36850"/>
                    </a:cubicBezTo>
                    <a:cubicBezTo>
                      <a:pt x="113493" y="27457"/>
                      <a:pt x="116864" y="18060"/>
                      <a:pt x="120239" y="8667"/>
                    </a:cubicBezTo>
                    <a:cubicBezTo>
                      <a:pt x="121502" y="5162"/>
                      <a:pt x="123190" y="4294"/>
                      <a:pt x="126729" y="5297"/>
                    </a:cubicBezTo>
                    <a:cubicBezTo>
                      <a:pt x="138802" y="8715"/>
                      <a:pt x="150553" y="13050"/>
                      <a:pt x="161498" y="19183"/>
                    </a:cubicBezTo>
                    <a:cubicBezTo>
                      <a:pt x="173856" y="26107"/>
                      <a:pt x="180173" y="37014"/>
                      <a:pt x="180660" y="51175"/>
                    </a:cubicBezTo>
                    <a:cubicBezTo>
                      <a:pt x="180775" y="54565"/>
                      <a:pt x="180853" y="58080"/>
                      <a:pt x="180105" y="61344"/>
                    </a:cubicBezTo>
                    <a:cubicBezTo>
                      <a:pt x="178355" y="68948"/>
                      <a:pt x="172101" y="73664"/>
                      <a:pt x="164251" y="73919"/>
                    </a:cubicBezTo>
                    <a:cubicBezTo>
                      <a:pt x="163842" y="73934"/>
                      <a:pt x="163427" y="73924"/>
                      <a:pt x="163017" y="73924"/>
                    </a:cubicBezTo>
                    <a:cubicBezTo>
                      <a:pt x="114549" y="73924"/>
                      <a:pt x="66086" y="73914"/>
                      <a:pt x="17619" y="73934"/>
                    </a:cubicBezTo>
                    <a:cubicBezTo>
                      <a:pt x="11722" y="73934"/>
                      <a:pt x="6842" y="71933"/>
                      <a:pt x="3216" y="67159"/>
                    </a:cubicBezTo>
                    <a:cubicBezTo>
                      <a:pt x="1398" y="64763"/>
                      <a:pt x="583" y="61981"/>
                      <a:pt x="0" y="59097"/>
                    </a:cubicBezTo>
                    <a:cubicBezTo>
                      <a:pt x="0" y="55447"/>
                      <a:pt x="0" y="51802"/>
                      <a:pt x="0" y="48152"/>
                    </a:cubicBezTo>
                    <a:close/>
                  </a:path>
                </a:pathLst>
              </a:custGeom>
              <a:grpFill/>
              <a:ln w="4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C9C0F4DC-6F23-C377-14EE-69F2BFB049F1}"/>
                  </a:ext>
                </a:extLst>
              </p:cNvPr>
              <p:cNvSpPr/>
              <p:nvPr/>
            </p:nvSpPr>
            <p:spPr>
              <a:xfrm>
                <a:off x="623684" y="3436972"/>
                <a:ext cx="98571" cy="98525"/>
              </a:xfrm>
              <a:custGeom>
                <a:avLst/>
                <a:gdLst>
                  <a:gd name="connsiteX0" fmla="*/ 52825 w 98571"/>
                  <a:gd name="connsiteY0" fmla="*/ 0 h 98525"/>
                  <a:gd name="connsiteX1" fmla="*/ 60945 w 98571"/>
                  <a:gd name="connsiteY1" fmla="*/ 1471 h 98525"/>
                  <a:gd name="connsiteX2" fmla="*/ 97441 w 98571"/>
                  <a:gd name="connsiteY2" fmla="*/ 39268 h 98525"/>
                  <a:gd name="connsiteX3" fmla="*/ 61919 w 98571"/>
                  <a:gd name="connsiteY3" fmla="*/ 96863 h 98525"/>
                  <a:gd name="connsiteX4" fmla="*/ 2270 w 98571"/>
                  <a:gd name="connsiteY4" fmla="*/ 63974 h 98525"/>
                  <a:gd name="connsiteX5" fmla="*/ 40217 w 98571"/>
                  <a:gd name="connsiteY5" fmla="*/ 873 h 98525"/>
                  <a:gd name="connsiteX6" fmla="*/ 45767 w 98571"/>
                  <a:gd name="connsiteY6" fmla="*/ 0 h 98525"/>
                  <a:gd name="connsiteX7" fmla="*/ 52825 w 98571"/>
                  <a:gd name="connsiteY7" fmla="*/ 0 h 98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8571" h="98525">
                    <a:moveTo>
                      <a:pt x="52825" y="0"/>
                    </a:moveTo>
                    <a:cubicBezTo>
                      <a:pt x="55535" y="477"/>
                      <a:pt x="58303" y="747"/>
                      <a:pt x="60945" y="1471"/>
                    </a:cubicBezTo>
                    <a:cubicBezTo>
                      <a:pt x="80570" y="6842"/>
                      <a:pt x="93154" y="19465"/>
                      <a:pt x="97441" y="39268"/>
                    </a:cubicBezTo>
                    <a:cubicBezTo>
                      <a:pt x="103111" y="65469"/>
                      <a:pt x="86867" y="90277"/>
                      <a:pt x="61919" y="96863"/>
                    </a:cubicBezTo>
                    <a:cubicBezTo>
                      <a:pt x="36321" y="103618"/>
                      <a:pt x="10274" y="89221"/>
                      <a:pt x="2270" y="63974"/>
                    </a:cubicBezTo>
                    <a:cubicBezTo>
                      <a:pt x="-6588" y="36047"/>
                      <a:pt x="11397" y="6138"/>
                      <a:pt x="40217" y="873"/>
                    </a:cubicBezTo>
                    <a:cubicBezTo>
                      <a:pt x="42059" y="535"/>
                      <a:pt x="43915" y="289"/>
                      <a:pt x="45767" y="0"/>
                    </a:cubicBezTo>
                    <a:cubicBezTo>
                      <a:pt x="48119" y="0"/>
                      <a:pt x="50472" y="0"/>
                      <a:pt x="52825" y="0"/>
                    </a:cubicBezTo>
                    <a:close/>
                  </a:path>
                </a:pathLst>
              </a:custGeom>
              <a:grpFill/>
              <a:ln w="4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BF871A3-21A0-6236-FA7F-70B78FFE0DDC}"/>
              </a:ext>
            </a:extLst>
          </p:cNvPr>
          <p:cNvGrpSpPr/>
          <p:nvPr/>
        </p:nvGrpSpPr>
        <p:grpSpPr>
          <a:xfrm>
            <a:off x="3319494" y="3218099"/>
            <a:ext cx="1510131" cy="276999"/>
            <a:chOff x="3486874" y="3413315"/>
            <a:chExt cx="1510131" cy="27699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69A4D3D-3630-E307-94BB-EDAC0AFF8A3E}"/>
                </a:ext>
              </a:extLst>
            </p:cNvPr>
            <p:cNvSpPr txBox="1"/>
            <p:nvPr/>
          </p:nvSpPr>
          <p:spPr>
            <a:xfrm>
              <a:off x="3695709" y="3413315"/>
              <a:ext cx="13012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 pitchFamily="2" charset="0"/>
                  <a:cs typeface="Sora" pitchFamily="2" charset="0"/>
                </a:rPr>
                <a:t>Project Team</a:t>
              </a:r>
            </a:p>
          </p:txBody>
        </p:sp>
        <p:grpSp>
          <p:nvGrpSpPr>
            <p:cNvPr id="19" name="Graphic 17">
              <a:extLst>
                <a:ext uri="{FF2B5EF4-FFF2-40B4-BE49-F238E27FC236}">
                  <a16:creationId xmlns:a16="http://schemas.microsoft.com/office/drawing/2014/main" id="{CC5EA4F7-24D4-4FD6-8AF6-985C93F0CA4C}"/>
                </a:ext>
              </a:extLst>
            </p:cNvPr>
            <p:cNvGrpSpPr/>
            <p:nvPr/>
          </p:nvGrpSpPr>
          <p:grpSpPr>
            <a:xfrm>
              <a:off x="3486874" y="3435365"/>
              <a:ext cx="193362" cy="188546"/>
              <a:chOff x="3740075" y="3435365"/>
              <a:chExt cx="193362" cy="188546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895CA86-8FDE-3E29-7EB9-71F03FC2DE65}"/>
                  </a:ext>
                </a:extLst>
              </p:cNvPr>
              <p:cNvSpPr/>
              <p:nvPr/>
            </p:nvSpPr>
            <p:spPr>
              <a:xfrm>
                <a:off x="3740075" y="3485250"/>
                <a:ext cx="65245" cy="88056"/>
              </a:xfrm>
              <a:custGeom>
                <a:avLst/>
                <a:gdLst>
                  <a:gd name="connsiteX0" fmla="*/ 32264 w 65245"/>
                  <a:gd name="connsiteY0" fmla="*/ 88057 h 88056"/>
                  <a:gd name="connsiteX1" fmla="*/ 3 w 65245"/>
                  <a:gd name="connsiteY1" fmla="*/ 88057 h 88056"/>
                  <a:gd name="connsiteX2" fmla="*/ 3 w 65245"/>
                  <a:gd name="connsiteY2" fmla="*/ 85619 h 88056"/>
                  <a:gd name="connsiteX3" fmla="*/ 3 w 65245"/>
                  <a:gd name="connsiteY3" fmla="*/ 23718 h 88056"/>
                  <a:gd name="connsiteX4" fmla="*/ 13194 w 65245"/>
                  <a:gd name="connsiteY4" fmla="*/ 4879 h 88056"/>
                  <a:gd name="connsiteX5" fmla="*/ 26149 w 65245"/>
                  <a:gd name="connsiteY5" fmla="*/ 182 h 88056"/>
                  <a:gd name="connsiteX6" fmla="*/ 28702 w 65245"/>
                  <a:gd name="connsiteY6" fmla="*/ 315 h 88056"/>
                  <a:gd name="connsiteX7" fmla="*/ 54595 w 65245"/>
                  <a:gd name="connsiteY7" fmla="*/ 4136 h 88056"/>
                  <a:gd name="connsiteX8" fmla="*/ 55656 w 65245"/>
                  <a:gd name="connsiteY8" fmla="*/ 3946 h 88056"/>
                  <a:gd name="connsiteX9" fmla="*/ 65245 w 65245"/>
                  <a:gd name="connsiteY9" fmla="*/ 36910 h 88056"/>
                  <a:gd name="connsiteX10" fmla="*/ 63672 w 65245"/>
                  <a:gd name="connsiteY10" fmla="*/ 37907 h 88056"/>
                  <a:gd name="connsiteX11" fmla="*/ 47432 w 65245"/>
                  <a:gd name="connsiteY11" fmla="*/ 46828 h 88056"/>
                  <a:gd name="connsiteX12" fmla="*/ 32264 w 65245"/>
                  <a:gd name="connsiteY12" fmla="*/ 72254 h 88056"/>
                  <a:gd name="connsiteX13" fmla="*/ 32264 w 65245"/>
                  <a:gd name="connsiteY13" fmla="*/ 85625 h 88056"/>
                  <a:gd name="connsiteX14" fmla="*/ 32264 w 65245"/>
                  <a:gd name="connsiteY14" fmla="*/ 88057 h 88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5245" h="88056">
                    <a:moveTo>
                      <a:pt x="32264" y="88057"/>
                    </a:moveTo>
                    <a:cubicBezTo>
                      <a:pt x="21400" y="88057"/>
                      <a:pt x="10802" y="88057"/>
                      <a:pt x="3" y="88057"/>
                    </a:cubicBezTo>
                    <a:cubicBezTo>
                      <a:pt x="3" y="87163"/>
                      <a:pt x="3" y="86391"/>
                      <a:pt x="3" y="85619"/>
                    </a:cubicBezTo>
                    <a:cubicBezTo>
                      <a:pt x="3" y="64987"/>
                      <a:pt x="-3" y="44350"/>
                      <a:pt x="3" y="23718"/>
                    </a:cubicBezTo>
                    <a:cubicBezTo>
                      <a:pt x="3" y="14359"/>
                      <a:pt x="4348" y="8153"/>
                      <a:pt x="13194" y="4879"/>
                    </a:cubicBezTo>
                    <a:cubicBezTo>
                      <a:pt x="17505" y="3283"/>
                      <a:pt x="21804" y="1675"/>
                      <a:pt x="26149" y="182"/>
                    </a:cubicBezTo>
                    <a:cubicBezTo>
                      <a:pt x="26910" y="-77"/>
                      <a:pt x="28051" y="-83"/>
                      <a:pt x="28702" y="315"/>
                    </a:cubicBezTo>
                    <a:cubicBezTo>
                      <a:pt x="36816" y="5214"/>
                      <a:pt x="45426" y="6522"/>
                      <a:pt x="54595" y="4136"/>
                    </a:cubicBezTo>
                    <a:cubicBezTo>
                      <a:pt x="54872" y="4067"/>
                      <a:pt x="55160" y="4032"/>
                      <a:pt x="55656" y="3946"/>
                    </a:cubicBezTo>
                    <a:cubicBezTo>
                      <a:pt x="54071" y="16267"/>
                      <a:pt x="57321" y="27159"/>
                      <a:pt x="65245" y="36910"/>
                    </a:cubicBezTo>
                    <a:cubicBezTo>
                      <a:pt x="64692" y="37262"/>
                      <a:pt x="64196" y="37619"/>
                      <a:pt x="63672" y="37907"/>
                    </a:cubicBezTo>
                    <a:cubicBezTo>
                      <a:pt x="58260" y="40886"/>
                      <a:pt x="52838" y="43843"/>
                      <a:pt x="47432" y="46828"/>
                    </a:cubicBezTo>
                    <a:cubicBezTo>
                      <a:pt x="37422" y="52349"/>
                      <a:pt x="32281" y="60780"/>
                      <a:pt x="32264" y="72254"/>
                    </a:cubicBezTo>
                    <a:cubicBezTo>
                      <a:pt x="32258" y="76709"/>
                      <a:pt x="32264" y="81170"/>
                      <a:pt x="32264" y="85625"/>
                    </a:cubicBezTo>
                    <a:cubicBezTo>
                      <a:pt x="32264" y="86391"/>
                      <a:pt x="32264" y="87158"/>
                      <a:pt x="32264" y="88057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27C06FA-ECC8-F892-D690-4CDA42BF26C4}"/>
                  </a:ext>
                </a:extLst>
              </p:cNvPr>
              <p:cNvSpPr/>
              <p:nvPr/>
            </p:nvSpPr>
            <p:spPr>
              <a:xfrm>
                <a:off x="3868137" y="3485356"/>
                <a:ext cx="65300" cy="87944"/>
              </a:xfrm>
              <a:custGeom>
                <a:avLst/>
                <a:gdLst>
                  <a:gd name="connsiteX0" fmla="*/ 0 w 65300"/>
                  <a:gd name="connsiteY0" fmla="*/ 36833 h 87944"/>
                  <a:gd name="connsiteX1" fmla="*/ 8420 w 65300"/>
                  <a:gd name="connsiteY1" fmla="*/ 21163 h 87944"/>
                  <a:gd name="connsiteX2" fmla="*/ 9578 w 65300"/>
                  <a:gd name="connsiteY2" fmla="*/ 3742 h 87944"/>
                  <a:gd name="connsiteX3" fmla="*/ 27668 w 65300"/>
                  <a:gd name="connsiteY3" fmla="*/ 4013 h 87944"/>
                  <a:gd name="connsiteX4" fmla="*/ 36186 w 65300"/>
                  <a:gd name="connsiteY4" fmla="*/ 468 h 87944"/>
                  <a:gd name="connsiteX5" fmla="*/ 39309 w 65300"/>
                  <a:gd name="connsiteY5" fmla="*/ 128 h 87944"/>
                  <a:gd name="connsiteX6" fmla="*/ 52875 w 65300"/>
                  <a:gd name="connsiteY6" fmla="*/ 5033 h 87944"/>
                  <a:gd name="connsiteX7" fmla="*/ 65289 w 65300"/>
                  <a:gd name="connsiteY7" fmla="*/ 22915 h 87944"/>
                  <a:gd name="connsiteX8" fmla="*/ 65295 w 65300"/>
                  <a:gd name="connsiteY8" fmla="*/ 85893 h 87944"/>
                  <a:gd name="connsiteX9" fmla="*/ 65295 w 65300"/>
                  <a:gd name="connsiteY9" fmla="*/ 87945 h 87944"/>
                  <a:gd name="connsiteX10" fmla="*/ 33033 w 65300"/>
                  <a:gd name="connsiteY10" fmla="*/ 87945 h 87944"/>
                  <a:gd name="connsiteX11" fmla="*/ 33033 w 65300"/>
                  <a:gd name="connsiteY11" fmla="*/ 85133 h 87944"/>
                  <a:gd name="connsiteX12" fmla="*/ 32486 w 65300"/>
                  <a:gd name="connsiteY12" fmla="*/ 66633 h 87944"/>
                  <a:gd name="connsiteX13" fmla="*/ 18661 w 65300"/>
                  <a:gd name="connsiteY13" fmla="*/ 47160 h 87944"/>
                  <a:gd name="connsiteX14" fmla="*/ 2046 w 65300"/>
                  <a:gd name="connsiteY14" fmla="*/ 38032 h 87944"/>
                  <a:gd name="connsiteX15" fmla="*/ 0 w 65300"/>
                  <a:gd name="connsiteY15" fmla="*/ 36833 h 8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5300" h="87944">
                    <a:moveTo>
                      <a:pt x="0" y="36833"/>
                    </a:moveTo>
                    <a:cubicBezTo>
                      <a:pt x="3942" y="32027"/>
                      <a:pt x="6771" y="26915"/>
                      <a:pt x="8420" y="21163"/>
                    </a:cubicBezTo>
                    <a:cubicBezTo>
                      <a:pt x="10039" y="15504"/>
                      <a:pt x="10454" y="9758"/>
                      <a:pt x="9578" y="3742"/>
                    </a:cubicBezTo>
                    <a:cubicBezTo>
                      <a:pt x="15762" y="5476"/>
                      <a:pt x="21755" y="5840"/>
                      <a:pt x="27668" y="4013"/>
                    </a:cubicBezTo>
                    <a:cubicBezTo>
                      <a:pt x="30590" y="3108"/>
                      <a:pt x="33316" y="1575"/>
                      <a:pt x="36186" y="468"/>
                    </a:cubicBezTo>
                    <a:cubicBezTo>
                      <a:pt x="37142" y="100"/>
                      <a:pt x="38399" y="-171"/>
                      <a:pt x="39309" y="128"/>
                    </a:cubicBezTo>
                    <a:cubicBezTo>
                      <a:pt x="43868" y="1650"/>
                      <a:pt x="48374" y="3333"/>
                      <a:pt x="52875" y="5033"/>
                    </a:cubicBezTo>
                    <a:cubicBezTo>
                      <a:pt x="60730" y="7995"/>
                      <a:pt x="65277" y="14530"/>
                      <a:pt x="65289" y="22915"/>
                    </a:cubicBezTo>
                    <a:cubicBezTo>
                      <a:pt x="65312" y="43910"/>
                      <a:pt x="65295" y="64899"/>
                      <a:pt x="65295" y="85893"/>
                    </a:cubicBezTo>
                    <a:cubicBezTo>
                      <a:pt x="65295" y="86527"/>
                      <a:pt x="65295" y="87167"/>
                      <a:pt x="65295" y="87945"/>
                    </a:cubicBezTo>
                    <a:cubicBezTo>
                      <a:pt x="54529" y="87945"/>
                      <a:pt x="43931" y="87945"/>
                      <a:pt x="33033" y="87945"/>
                    </a:cubicBezTo>
                    <a:cubicBezTo>
                      <a:pt x="33033" y="86948"/>
                      <a:pt x="33051" y="86043"/>
                      <a:pt x="33033" y="85133"/>
                    </a:cubicBezTo>
                    <a:cubicBezTo>
                      <a:pt x="32895" y="78960"/>
                      <a:pt x="33275" y="72719"/>
                      <a:pt x="32486" y="66633"/>
                    </a:cubicBezTo>
                    <a:cubicBezTo>
                      <a:pt x="31356" y="57908"/>
                      <a:pt x="26314" y="51471"/>
                      <a:pt x="18661" y="47160"/>
                    </a:cubicBezTo>
                    <a:cubicBezTo>
                      <a:pt x="13157" y="44060"/>
                      <a:pt x="7584" y="41075"/>
                      <a:pt x="2046" y="38032"/>
                    </a:cubicBezTo>
                    <a:cubicBezTo>
                      <a:pt x="1423" y="37686"/>
                      <a:pt x="824" y="37317"/>
                      <a:pt x="0" y="36833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9FD922B-D390-E5C1-F969-4B503574B3A0}"/>
                  </a:ext>
                </a:extLst>
              </p:cNvPr>
              <p:cNvSpPr/>
              <p:nvPr/>
            </p:nvSpPr>
            <p:spPr>
              <a:xfrm>
                <a:off x="3841402" y="3530441"/>
                <a:ext cx="50614" cy="93412"/>
              </a:xfrm>
              <a:custGeom>
                <a:avLst/>
                <a:gdLst>
                  <a:gd name="connsiteX0" fmla="*/ 22372 w 50614"/>
                  <a:gd name="connsiteY0" fmla="*/ 0 h 93412"/>
                  <a:gd name="connsiteX1" fmla="*/ 30596 w 50614"/>
                  <a:gd name="connsiteY1" fmla="*/ 4426 h 93412"/>
                  <a:gd name="connsiteX2" fmla="*/ 41551 w 50614"/>
                  <a:gd name="connsiteY2" fmla="*/ 10443 h 93412"/>
                  <a:gd name="connsiteX3" fmla="*/ 50553 w 50614"/>
                  <a:gd name="connsiteY3" fmla="*/ 25939 h 93412"/>
                  <a:gd name="connsiteX4" fmla="*/ 50593 w 50614"/>
                  <a:gd name="connsiteY4" fmla="*/ 92600 h 93412"/>
                  <a:gd name="connsiteX5" fmla="*/ 50518 w 50614"/>
                  <a:gd name="connsiteY5" fmla="*/ 93412 h 93412"/>
                  <a:gd name="connsiteX6" fmla="*/ 0 w 50614"/>
                  <a:gd name="connsiteY6" fmla="*/ 93412 h 93412"/>
                  <a:gd name="connsiteX7" fmla="*/ 22372 w 50614"/>
                  <a:gd name="connsiteY7" fmla="*/ 0 h 93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614" h="93412">
                    <a:moveTo>
                      <a:pt x="22372" y="0"/>
                    </a:moveTo>
                    <a:cubicBezTo>
                      <a:pt x="25317" y="1585"/>
                      <a:pt x="27962" y="2997"/>
                      <a:pt x="30596" y="4426"/>
                    </a:cubicBezTo>
                    <a:cubicBezTo>
                      <a:pt x="34255" y="6414"/>
                      <a:pt x="37990" y="8293"/>
                      <a:pt x="41551" y="10443"/>
                    </a:cubicBezTo>
                    <a:cubicBezTo>
                      <a:pt x="47331" y="13935"/>
                      <a:pt x="50518" y="19185"/>
                      <a:pt x="50553" y="25939"/>
                    </a:cubicBezTo>
                    <a:cubicBezTo>
                      <a:pt x="50662" y="48161"/>
                      <a:pt x="50593" y="70378"/>
                      <a:pt x="50593" y="92600"/>
                    </a:cubicBezTo>
                    <a:cubicBezTo>
                      <a:pt x="50593" y="92813"/>
                      <a:pt x="50559" y="93026"/>
                      <a:pt x="50518" y="93412"/>
                    </a:cubicBezTo>
                    <a:cubicBezTo>
                      <a:pt x="33748" y="93412"/>
                      <a:pt x="16966" y="93412"/>
                      <a:pt x="0" y="93412"/>
                    </a:cubicBezTo>
                    <a:cubicBezTo>
                      <a:pt x="7434" y="62373"/>
                      <a:pt x="14851" y="31391"/>
                      <a:pt x="22372" y="0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C0D7381-4B8D-7B73-3333-E752D240F85D}"/>
                  </a:ext>
                </a:extLst>
              </p:cNvPr>
              <p:cNvSpPr/>
              <p:nvPr/>
            </p:nvSpPr>
            <p:spPr>
              <a:xfrm>
                <a:off x="3781502" y="3530441"/>
                <a:ext cx="50627" cy="93470"/>
              </a:xfrm>
              <a:custGeom>
                <a:avLst/>
                <a:gdLst>
                  <a:gd name="connsiteX0" fmla="*/ 12 w 50627"/>
                  <a:gd name="connsiteY0" fmla="*/ 93470 h 93470"/>
                  <a:gd name="connsiteX1" fmla="*/ 12 w 50627"/>
                  <a:gd name="connsiteY1" fmla="*/ 91142 h 93470"/>
                  <a:gd name="connsiteX2" fmla="*/ 0 w 50627"/>
                  <a:gd name="connsiteY2" fmla="*/ 27282 h 93470"/>
                  <a:gd name="connsiteX3" fmla="*/ 10506 w 50627"/>
                  <a:gd name="connsiteY3" fmla="*/ 9595 h 93470"/>
                  <a:gd name="connsiteX4" fmla="*/ 28239 w 50627"/>
                  <a:gd name="connsiteY4" fmla="*/ 0 h 93470"/>
                  <a:gd name="connsiteX5" fmla="*/ 50628 w 50627"/>
                  <a:gd name="connsiteY5" fmla="*/ 93470 h 93470"/>
                  <a:gd name="connsiteX6" fmla="*/ 12 w 50627"/>
                  <a:gd name="connsiteY6" fmla="*/ 93470 h 93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627" h="93470">
                    <a:moveTo>
                      <a:pt x="12" y="93470"/>
                    </a:moveTo>
                    <a:cubicBezTo>
                      <a:pt x="12" y="92565"/>
                      <a:pt x="12" y="91851"/>
                      <a:pt x="12" y="91142"/>
                    </a:cubicBezTo>
                    <a:cubicBezTo>
                      <a:pt x="12" y="69853"/>
                      <a:pt x="40" y="48571"/>
                      <a:pt x="0" y="27282"/>
                    </a:cubicBezTo>
                    <a:cubicBezTo>
                      <a:pt x="-17" y="19254"/>
                      <a:pt x="3446" y="13387"/>
                      <a:pt x="10506" y="9595"/>
                    </a:cubicBezTo>
                    <a:cubicBezTo>
                      <a:pt x="16315" y="6478"/>
                      <a:pt x="22107" y="3319"/>
                      <a:pt x="28239" y="0"/>
                    </a:cubicBezTo>
                    <a:cubicBezTo>
                      <a:pt x="35731" y="31270"/>
                      <a:pt x="43159" y="62292"/>
                      <a:pt x="50628" y="93470"/>
                    </a:cubicBezTo>
                    <a:cubicBezTo>
                      <a:pt x="33702" y="93470"/>
                      <a:pt x="16984" y="93470"/>
                      <a:pt x="12" y="93470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A7155CD-B68C-1B36-5A90-E6E07342DD89}"/>
                  </a:ext>
                </a:extLst>
              </p:cNvPr>
              <p:cNvSpPr/>
              <p:nvPr/>
            </p:nvSpPr>
            <p:spPr>
              <a:xfrm>
                <a:off x="3804502" y="3462985"/>
                <a:ext cx="64499" cy="64390"/>
              </a:xfrm>
              <a:custGeom>
                <a:avLst/>
                <a:gdLst>
                  <a:gd name="connsiteX0" fmla="*/ 32354 w 64499"/>
                  <a:gd name="connsiteY0" fmla="*/ 0 h 64390"/>
                  <a:gd name="connsiteX1" fmla="*/ 64499 w 64499"/>
                  <a:gd name="connsiteY1" fmla="*/ 32279 h 64390"/>
                  <a:gd name="connsiteX2" fmla="*/ 32146 w 64499"/>
                  <a:gd name="connsiteY2" fmla="*/ 64390 h 64390"/>
                  <a:gd name="connsiteX3" fmla="*/ 0 w 64499"/>
                  <a:gd name="connsiteY3" fmla="*/ 32071 h 64390"/>
                  <a:gd name="connsiteX4" fmla="*/ 32354 w 64499"/>
                  <a:gd name="connsiteY4" fmla="*/ 0 h 6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499" h="64390">
                    <a:moveTo>
                      <a:pt x="32354" y="0"/>
                    </a:moveTo>
                    <a:cubicBezTo>
                      <a:pt x="50184" y="58"/>
                      <a:pt x="64592" y="14529"/>
                      <a:pt x="64499" y="32279"/>
                    </a:cubicBezTo>
                    <a:cubicBezTo>
                      <a:pt x="64407" y="50058"/>
                      <a:pt x="49931" y="64430"/>
                      <a:pt x="32146" y="64390"/>
                    </a:cubicBezTo>
                    <a:cubicBezTo>
                      <a:pt x="14413" y="64356"/>
                      <a:pt x="-69" y="49792"/>
                      <a:pt x="0" y="32071"/>
                    </a:cubicBezTo>
                    <a:cubicBezTo>
                      <a:pt x="69" y="14292"/>
                      <a:pt x="14540" y="-57"/>
                      <a:pt x="32354" y="0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2D44461-33B9-C1E6-DB97-4CC2AD919E7A}"/>
                  </a:ext>
                </a:extLst>
              </p:cNvPr>
              <p:cNvSpPr/>
              <p:nvPr/>
            </p:nvSpPr>
            <p:spPr>
              <a:xfrm>
                <a:off x="3763061" y="3435365"/>
                <a:ext cx="45883" cy="46454"/>
              </a:xfrm>
              <a:custGeom>
                <a:avLst/>
                <a:gdLst>
                  <a:gd name="connsiteX0" fmla="*/ 23132 w 45883"/>
                  <a:gd name="connsiteY0" fmla="*/ 46454 h 46454"/>
                  <a:gd name="connsiteX1" fmla="*/ 40 w 45883"/>
                  <a:gd name="connsiteY1" fmla="*/ 23927 h 46454"/>
                  <a:gd name="connsiteX2" fmla="*/ 20233 w 45883"/>
                  <a:gd name="connsiteY2" fmla="*/ 137 h 46454"/>
                  <a:gd name="connsiteX3" fmla="*/ 45648 w 45883"/>
                  <a:gd name="connsiteY3" fmla="*/ 19178 h 46454"/>
                  <a:gd name="connsiteX4" fmla="*/ 45527 w 45883"/>
                  <a:gd name="connsiteY4" fmla="*/ 27073 h 46454"/>
                  <a:gd name="connsiteX5" fmla="*/ 43395 w 45883"/>
                  <a:gd name="connsiteY5" fmla="*/ 31361 h 46454"/>
                  <a:gd name="connsiteX6" fmla="*/ 38000 w 45883"/>
                  <a:gd name="connsiteY6" fmla="*/ 38859 h 46454"/>
                  <a:gd name="connsiteX7" fmla="*/ 32358 w 45883"/>
                  <a:gd name="connsiteY7" fmla="*/ 43821 h 46454"/>
                  <a:gd name="connsiteX8" fmla="*/ 23132 w 45883"/>
                  <a:gd name="connsiteY8" fmla="*/ 46454 h 46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883" h="46454">
                    <a:moveTo>
                      <a:pt x="23132" y="46454"/>
                    </a:moveTo>
                    <a:cubicBezTo>
                      <a:pt x="10730" y="45976"/>
                      <a:pt x="829" y="36473"/>
                      <a:pt x="40" y="23927"/>
                    </a:cubicBezTo>
                    <a:cubicBezTo>
                      <a:pt x="-686" y="12337"/>
                      <a:pt x="8644" y="1347"/>
                      <a:pt x="20233" y="137"/>
                    </a:cubicBezTo>
                    <a:cubicBezTo>
                      <a:pt x="32722" y="-1171"/>
                      <a:pt x="43775" y="7018"/>
                      <a:pt x="45648" y="19178"/>
                    </a:cubicBezTo>
                    <a:cubicBezTo>
                      <a:pt x="46046" y="21754"/>
                      <a:pt x="45896" y="24486"/>
                      <a:pt x="45527" y="27073"/>
                    </a:cubicBezTo>
                    <a:cubicBezTo>
                      <a:pt x="45314" y="28577"/>
                      <a:pt x="44294" y="30041"/>
                      <a:pt x="43395" y="31361"/>
                    </a:cubicBezTo>
                    <a:cubicBezTo>
                      <a:pt x="41660" y="33908"/>
                      <a:pt x="39447" y="36173"/>
                      <a:pt x="38000" y="38859"/>
                    </a:cubicBezTo>
                    <a:cubicBezTo>
                      <a:pt x="36663" y="41331"/>
                      <a:pt x="34831" y="42962"/>
                      <a:pt x="32358" y="43821"/>
                    </a:cubicBezTo>
                    <a:cubicBezTo>
                      <a:pt x="29344" y="44869"/>
                      <a:pt x="26209" y="45590"/>
                      <a:pt x="23132" y="46454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952DE052-3F12-3711-4DEF-3DD1A3B24EA2}"/>
                  </a:ext>
                </a:extLst>
              </p:cNvPr>
              <p:cNvSpPr/>
              <p:nvPr/>
            </p:nvSpPr>
            <p:spPr>
              <a:xfrm>
                <a:off x="3864370" y="3435381"/>
                <a:ext cx="46012" cy="45932"/>
              </a:xfrm>
              <a:custGeom>
                <a:avLst/>
                <a:gdLst>
                  <a:gd name="connsiteX0" fmla="*/ 22929 w 46012"/>
                  <a:gd name="connsiteY0" fmla="*/ 0 h 45932"/>
                  <a:gd name="connsiteX1" fmla="*/ 44638 w 46012"/>
                  <a:gd name="connsiteY1" fmla="*/ 15134 h 45932"/>
                  <a:gd name="connsiteX2" fmla="*/ 37688 w 46012"/>
                  <a:gd name="connsiteY2" fmla="*/ 40693 h 45932"/>
                  <a:gd name="connsiteX3" fmla="*/ 11524 w 46012"/>
                  <a:gd name="connsiteY3" fmla="*/ 42652 h 45932"/>
                  <a:gd name="connsiteX4" fmla="*/ 8735 w 46012"/>
                  <a:gd name="connsiteY4" fmla="*/ 39811 h 45932"/>
                  <a:gd name="connsiteX5" fmla="*/ 3853 w 46012"/>
                  <a:gd name="connsiteY5" fmla="*/ 33011 h 45932"/>
                  <a:gd name="connsiteX6" fmla="*/ 102 w 46012"/>
                  <a:gd name="connsiteY6" fmla="*/ 20972 h 45932"/>
                  <a:gd name="connsiteX7" fmla="*/ 22929 w 46012"/>
                  <a:gd name="connsiteY7" fmla="*/ 0 h 45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012" h="45932">
                    <a:moveTo>
                      <a:pt x="22929" y="0"/>
                    </a:moveTo>
                    <a:cubicBezTo>
                      <a:pt x="32714" y="-40"/>
                      <a:pt x="41307" y="5948"/>
                      <a:pt x="44638" y="15134"/>
                    </a:cubicBezTo>
                    <a:cubicBezTo>
                      <a:pt x="47946" y="24251"/>
                      <a:pt x="45151" y="34521"/>
                      <a:pt x="37688" y="40693"/>
                    </a:cubicBezTo>
                    <a:cubicBezTo>
                      <a:pt x="30242" y="46848"/>
                      <a:pt x="19696" y="47683"/>
                      <a:pt x="11524" y="42652"/>
                    </a:cubicBezTo>
                    <a:cubicBezTo>
                      <a:pt x="10423" y="41978"/>
                      <a:pt x="9524" y="40871"/>
                      <a:pt x="8735" y="39811"/>
                    </a:cubicBezTo>
                    <a:cubicBezTo>
                      <a:pt x="7063" y="37575"/>
                      <a:pt x="5842" y="34889"/>
                      <a:pt x="3853" y="33011"/>
                    </a:cubicBezTo>
                    <a:cubicBezTo>
                      <a:pt x="234" y="29593"/>
                      <a:pt x="-267" y="25432"/>
                      <a:pt x="102" y="20972"/>
                    </a:cubicBezTo>
                    <a:cubicBezTo>
                      <a:pt x="1081" y="9123"/>
                      <a:pt x="11022" y="52"/>
                      <a:pt x="22929" y="0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F13D17D4-673D-27D2-D2BD-BAA4ED45957B}"/>
                  </a:ext>
                </a:extLst>
              </p:cNvPr>
              <p:cNvSpPr/>
              <p:nvPr/>
            </p:nvSpPr>
            <p:spPr>
              <a:xfrm>
                <a:off x="3831931" y="3541189"/>
                <a:ext cx="9687" cy="62252"/>
              </a:xfrm>
              <a:custGeom>
                <a:avLst/>
                <a:gdLst>
                  <a:gd name="connsiteX0" fmla="*/ 4497 w 9687"/>
                  <a:gd name="connsiteY0" fmla="*/ 62252 h 62252"/>
                  <a:gd name="connsiteX1" fmla="*/ 19 w 9687"/>
                  <a:gd name="connsiteY1" fmla="*/ 36878 h 62252"/>
                  <a:gd name="connsiteX2" fmla="*/ 100 w 9687"/>
                  <a:gd name="connsiteY2" fmla="*/ 6916 h 62252"/>
                  <a:gd name="connsiteX3" fmla="*/ 100 w 9687"/>
                  <a:gd name="connsiteY3" fmla="*/ 5406 h 62252"/>
                  <a:gd name="connsiteX4" fmla="*/ 4878 w 9687"/>
                  <a:gd name="connsiteY4" fmla="*/ 0 h 62252"/>
                  <a:gd name="connsiteX5" fmla="*/ 9534 w 9687"/>
                  <a:gd name="connsiteY5" fmla="*/ 5308 h 62252"/>
                  <a:gd name="connsiteX6" fmla="*/ 9540 w 9687"/>
                  <a:gd name="connsiteY6" fmla="*/ 11129 h 62252"/>
                  <a:gd name="connsiteX7" fmla="*/ 9603 w 9687"/>
                  <a:gd name="connsiteY7" fmla="*/ 30959 h 62252"/>
                  <a:gd name="connsiteX8" fmla="*/ 6318 w 9687"/>
                  <a:gd name="connsiteY8" fmla="*/ 57037 h 62252"/>
                  <a:gd name="connsiteX9" fmla="*/ 5062 w 9687"/>
                  <a:gd name="connsiteY9" fmla="*/ 62223 h 62252"/>
                  <a:gd name="connsiteX10" fmla="*/ 4497 w 9687"/>
                  <a:gd name="connsiteY10" fmla="*/ 62252 h 62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687" h="62252">
                    <a:moveTo>
                      <a:pt x="4497" y="62252"/>
                    </a:moveTo>
                    <a:cubicBezTo>
                      <a:pt x="3080" y="53786"/>
                      <a:pt x="-286" y="45747"/>
                      <a:pt x="19" y="36878"/>
                    </a:cubicBezTo>
                    <a:cubicBezTo>
                      <a:pt x="365" y="26902"/>
                      <a:pt x="100" y="16903"/>
                      <a:pt x="100" y="6916"/>
                    </a:cubicBezTo>
                    <a:cubicBezTo>
                      <a:pt x="100" y="6414"/>
                      <a:pt x="94" y="5907"/>
                      <a:pt x="100" y="5406"/>
                    </a:cubicBezTo>
                    <a:cubicBezTo>
                      <a:pt x="141" y="2017"/>
                      <a:pt x="1944" y="-23"/>
                      <a:pt x="4878" y="0"/>
                    </a:cubicBezTo>
                    <a:cubicBezTo>
                      <a:pt x="7690" y="23"/>
                      <a:pt x="9500" y="2069"/>
                      <a:pt x="9534" y="5308"/>
                    </a:cubicBezTo>
                    <a:cubicBezTo>
                      <a:pt x="9557" y="7250"/>
                      <a:pt x="9540" y="9186"/>
                      <a:pt x="9540" y="11129"/>
                    </a:cubicBezTo>
                    <a:cubicBezTo>
                      <a:pt x="9540" y="17739"/>
                      <a:pt x="9286" y="24360"/>
                      <a:pt x="9603" y="30959"/>
                    </a:cubicBezTo>
                    <a:cubicBezTo>
                      <a:pt x="10036" y="39880"/>
                      <a:pt x="8791" y="48513"/>
                      <a:pt x="6318" y="57037"/>
                    </a:cubicBezTo>
                    <a:cubicBezTo>
                      <a:pt x="5823" y="58742"/>
                      <a:pt x="5477" y="60494"/>
                      <a:pt x="5062" y="62223"/>
                    </a:cubicBezTo>
                    <a:cubicBezTo>
                      <a:pt x="4872" y="62235"/>
                      <a:pt x="4687" y="62241"/>
                      <a:pt x="4497" y="62252"/>
                    </a:cubicBezTo>
                    <a:close/>
                  </a:path>
                </a:pathLst>
              </a:custGeom>
              <a:grpFill/>
              <a:ln w="5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A2FEE3-B565-653C-BC6F-5735F38A409E}"/>
              </a:ext>
            </a:extLst>
          </p:cNvPr>
          <p:cNvSpPr/>
          <p:nvPr/>
        </p:nvSpPr>
        <p:spPr>
          <a:xfrm>
            <a:off x="6012884" y="1346201"/>
            <a:ext cx="2873148" cy="5008244"/>
          </a:xfrm>
          <a:prstGeom prst="roundRect">
            <a:avLst>
              <a:gd name="adj" fmla="val 7617"/>
            </a:avLst>
          </a:prstGeom>
          <a:solidFill>
            <a:schemeClr val="bg1"/>
          </a:solidFill>
          <a:ln w="6350">
            <a:noFill/>
          </a:ln>
          <a:effectLst>
            <a:outerShdw blurRad="2413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4EE19B-B1B4-DF93-1A72-666216CEB34D}"/>
              </a:ext>
            </a:extLst>
          </p:cNvPr>
          <p:cNvGrpSpPr/>
          <p:nvPr/>
        </p:nvGrpSpPr>
        <p:grpSpPr>
          <a:xfrm>
            <a:off x="7639023" y="1776452"/>
            <a:ext cx="892236" cy="4381265"/>
            <a:chOff x="7794361" y="1776452"/>
            <a:chExt cx="892236" cy="4381265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C677EC3-C24C-6A9F-2A98-B02D7585915A}"/>
                </a:ext>
              </a:extLst>
            </p:cNvPr>
            <p:cNvSpPr/>
            <p:nvPr/>
          </p:nvSpPr>
          <p:spPr>
            <a:xfrm>
              <a:off x="7843000" y="1825425"/>
              <a:ext cx="45719" cy="4297505"/>
            </a:xfrm>
            <a:prstGeom prst="roundRect">
              <a:avLst/>
            </a:prstGeom>
            <a:gradFill>
              <a:gsLst>
                <a:gs pos="0">
                  <a:srgbClr val="D1EEEF"/>
                </a:gs>
                <a:gs pos="25000">
                  <a:srgbClr val="9DEBED"/>
                </a:gs>
                <a:gs pos="75000">
                  <a:srgbClr val="54D3D6"/>
                </a:gs>
                <a:gs pos="50000">
                  <a:srgbClr val="75DDE0"/>
                </a:gs>
                <a:gs pos="100000">
                  <a:srgbClr val="2CBFCA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499EC7F-2A88-B0A3-5B66-C3AA4FBA5262}"/>
                </a:ext>
              </a:extLst>
            </p:cNvPr>
            <p:cNvSpPr/>
            <p:nvPr/>
          </p:nvSpPr>
          <p:spPr>
            <a:xfrm rot="5400000">
              <a:off x="7968286" y="1793519"/>
              <a:ext cx="544385" cy="869824"/>
            </a:xfrm>
            <a:custGeom>
              <a:avLst/>
              <a:gdLst>
                <a:gd name="connsiteX0" fmla="*/ 126 w 544385"/>
                <a:gd name="connsiteY0" fmla="*/ 263844 h 869824"/>
                <a:gd name="connsiteX1" fmla="*/ 254824 w 544385"/>
                <a:gd name="connsiteY1" fmla="*/ 477 h 869824"/>
                <a:gd name="connsiteX2" fmla="*/ 272160 w 544385"/>
                <a:gd name="connsiteY2" fmla="*/ 1 h 869824"/>
                <a:gd name="connsiteX3" fmla="*/ 272160 w 544385"/>
                <a:gd name="connsiteY3" fmla="*/ 0 h 869824"/>
                <a:gd name="connsiteX4" fmla="*/ 544385 w 544385"/>
                <a:gd name="connsiteY4" fmla="*/ 272130 h 869824"/>
                <a:gd name="connsiteX5" fmla="*/ 357409 w 544385"/>
                <a:gd name="connsiteY5" fmla="*/ 530734 h 869824"/>
                <a:gd name="connsiteX6" fmla="*/ 286733 w 544385"/>
                <a:gd name="connsiteY6" fmla="*/ 628365 h 869824"/>
                <a:gd name="connsiteX7" fmla="*/ 286733 w 544385"/>
                <a:gd name="connsiteY7" fmla="*/ 682848 h 869824"/>
                <a:gd name="connsiteX8" fmla="*/ 312546 w 544385"/>
                <a:gd name="connsiteY8" fmla="*/ 730569 h 869824"/>
                <a:gd name="connsiteX9" fmla="*/ 347693 w 544385"/>
                <a:gd name="connsiteY9" fmla="*/ 794386 h 869824"/>
                <a:gd name="connsiteX10" fmla="*/ 272160 w 544385"/>
                <a:gd name="connsiteY10" fmla="*/ 869824 h 869824"/>
                <a:gd name="connsiteX11" fmla="*/ 272160 w 544385"/>
                <a:gd name="connsiteY11" fmla="*/ 869729 h 869824"/>
                <a:gd name="connsiteX12" fmla="*/ 269969 w 544385"/>
                <a:gd name="connsiteY12" fmla="*/ 869824 h 869824"/>
                <a:gd name="connsiteX13" fmla="*/ 196817 w 544385"/>
                <a:gd name="connsiteY13" fmla="*/ 799911 h 869824"/>
                <a:gd name="connsiteX14" fmla="*/ 231583 w 544385"/>
                <a:gd name="connsiteY14" fmla="*/ 730759 h 869824"/>
                <a:gd name="connsiteX15" fmla="*/ 257682 w 544385"/>
                <a:gd name="connsiteY15" fmla="*/ 682848 h 869824"/>
                <a:gd name="connsiteX16" fmla="*/ 257682 w 544385"/>
                <a:gd name="connsiteY16" fmla="*/ 628365 h 869824"/>
                <a:gd name="connsiteX17" fmla="*/ 185958 w 544385"/>
                <a:gd name="connsiteY17" fmla="*/ 530353 h 869824"/>
                <a:gd name="connsiteX18" fmla="*/ 126 w 544385"/>
                <a:gd name="connsiteY18" fmla="*/ 263844 h 86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4385" h="869824">
                  <a:moveTo>
                    <a:pt x="126" y="263844"/>
                  </a:moveTo>
                  <a:cubicBezTo>
                    <a:pt x="4317" y="124683"/>
                    <a:pt x="115854" y="9145"/>
                    <a:pt x="254824" y="477"/>
                  </a:cubicBezTo>
                  <a:lnTo>
                    <a:pt x="272160" y="1"/>
                  </a:lnTo>
                  <a:lnTo>
                    <a:pt x="272160" y="0"/>
                  </a:lnTo>
                  <a:cubicBezTo>
                    <a:pt x="422464" y="0"/>
                    <a:pt x="544385" y="121826"/>
                    <a:pt x="544385" y="272130"/>
                  </a:cubicBezTo>
                  <a:cubicBezTo>
                    <a:pt x="544385" y="392717"/>
                    <a:pt x="465994" y="495015"/>
                    <a:pt x="357409" y="530734"/>
                  </a:cubicBezTo>
                  <a:cubicBezTo>
                    <a:pt x="315213" y="544545"/>
                    <a:pt x="286733" y="583979"/>
                    <a:pt x="286733" y="628365"/>
                  </a:cubicBezTo>
                  <a:lnTo>
                    <a:pt x="286733" y="682848"/>
                  </a:lnTo>
                  <a:cubicBezTo>
                    <a:pt x="286733" y="702089"/>
                    <a:pt x="296258" y="720282"/>
                    <a:pt x="312546" y="730569"/>
                  </a:cubicBezTo>
                  <a:cubicBezTo>
                    <a:pt x="333691" y="743904"/>
                    <a:pt x="347693" y="767526"/>
                    <a:pt x="347693" y="794386"/>
                  </a:cubicBezTo>
                  <a:cubicBezTo>
                    <a:pt x="347693" y="836106"/>
                    <a:pt x="313880" y="869824"/>
                    <a:pt x="272160" y="869824"/>
                  </a:cubicBezTo>
                  <a:lnTo>
                    <a:pt x="272160" y="869729"/>
                  </a:lnTo>
                  <a:lnTo>
                    <a:pt x="269969" y="869824"/>
                  </a:lnTo>
                  <a:cubicBezTo>
                    <a:pt x="231869" y="868776"/>
                    <a:pt x="199484" y="837915"/>
                    <a:pt x="196817" y="799911"/>
                  </a:cubicBezTo>
                  <a:cubicBezTo>
                    <a:pt x="194721" y="770859"/>
                    <a:pt x="209104" y="745047"/>
                    <a:pt x="231583" y="730759"/>
                  </a:cubicBezTo>
                  <a:cubicBezTo>
                    <a:pt x="247966" y="720282"/>
                    <a:pt x="257682" y="702184"/>
                    <a:pt x="257682" y="682848"/>
                  </a:cubicBezTo>
                  <a:lnTo>
                    <a:pt x="257682" y="628365"/>
                  </a:lnTo>
                  <a:cubicBezTo>
                    <a:pt x="257682" y="583598"/>
                    <a:pt x="228440" y="544545"/>
                    <a:pt x="185958" y="530353"/>
                  </a:cubicBezTo>
                  <a:cubicBezTo>
                    <a:pt x="75468" y="493491"/>
                    <a:pt x="-3589" y="387573"/>
                    <a:pt x="126" y="263844"/>
                  </a:cubicBezTo>
                  <a:close/>
                </a:path>
              </a:pathLst>
            </a:custGeom>
            <a:solidFill>
              <a:srgbClr val="9DEB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88DAEDD-7B9C-950E-32B0-147CBDAB16D3}"/>
                </a:ext>
              </a:extLst>
            </p:cNvPr>
            <p:cNvSpPr/>
            <p:nvPr/>
          </p:nvSpPr>
          <p:spPr>
            <a:xfrm rot="5400000">
              <a:off x="7979492" y="2444550"/>
              <a:ext cx="544385" cy="869824"/>
            </a:xfrm>
            <a:custGeom>
              <a:avLst/>
              <a:gdLst>
                <a:gd name="connsiteX0" fmla="*/ 126 w 544385"/>
                <a:gd name="connsiteY0" fmla="*/ 263844 h 869824"/>
                <a:gd name="connsiteX1" fmla="*/ 254824 w 544385"/>
                <a:gd name="connsiteY1" fmla="*/ 477 h 869824"/>
                <a:gd name="connsiteX2" fmla="*/ 272160 w 544385"/>
                <a:gd name="connsiteY2" fmla="*/ 1 h 869824"/>
                <a:gd name="connsiteX3" fmla="*/ 272160 w 544385"/>
                <a:gd name="connsiteY3" fmla="*/ 0 h 869824"/>
                <a:gd name="connsiteX4" fmla="*/ 544385 w 544385"/>
                <a:gd name="connsiteY4" fmla="*/ 272130 h 869824"/>
                <a:gd name="connsiteX5" fmla="*/ 357409 w 544385"/>
                <a:gd name="connsiteY5" fmla="*/ 530734 h 869824"/>
                <a:gd name="connsiteX6" fmla="*/ 286733 w 544385"/>
                <a:gd name="connsiteY6" fmla="*/ 628365 h 869824"/>
                <a:gd name="connsiteX7" fmla="*/ 286733 w 544385"/>
                <a:gd name="connsiteY7" fmla="*/ 682848 h 869824"/>
                <a:gd name="connsiteX8" fmla="*/ 312546 w 544385"/>
                <a:gd name="connsiteY8" fmla="*/ 730569 h 869824"/>
                <a:gd name="connsiteX9" fmla="*/ 347693 w 544385"/>
                <a:gd name="connsiteY9" fmla="*/ 794386 h 869824"/>
                <a:gd name="connsiteX10" fmla="*/ 272160 w 544385"/>
                <a:gd name="connsiteY10" fmla="*/ 869824 h 869824"/>
                <a:gd name="connsiteX11" fmla="*/ 272160 w 544385"/>
                <a:gd name="connsiteY11" fmla="*/ 869729 h 869824"/>
                <a:gd name="connsiteX12" fmla="*/ 269969 w 544385"/>
                <a:gd name="connsiteY12" fmla="*/ 869824 h 869824"/>
                <a:gd name="connsiteX13" fmla="*/ 196817 w 544385"/>
                <a:gd name="connsiteY13" fmla="*/ 799911 h 869824"/>
                <a:gd name="connsiteX14" fmla="*/ 231583 w 544385"/>
                <a:gd name="connsiteY14" fmla="*/ 730759 h 869824"/>
                <a:gd name="connsiteX15" fmla="*/ 257682 w 544385"/>
                <a:gd name="connsiteY15" fmla="*/ 682848 h 869824"/>
                <a:gd name="connsiteX16" fmla="*/ 257682 w 544385"/>
                <a:gd name="connsiteY16" fmla="*/ 628365 h 869824"/>
                <a:gd name="connsiteX17" fmla="*/ 185958 w 544385"/>
                <a:gd name="connsiteY17" fmla="*/ 530353 h 869824"/>
                <a:gd name="connsiteX18" fmla="*/ 126 w 544385"/>
                <a:gd name="connsiteY18" fmla="*/ 263844 h 86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4385" h="869824">
                  <a:moveTo>
                    <a:pt x="126" y="263844"/>
                  </a:moveTo>
                  <a:cubicBezTo>
                    <a:pt x="4317" y="124683"/>
                    <a:pt x="115854" y="9145"/>
                    <a:pt x="254824" y="477"/>
                  </a:cubicBezTo>
                  <a:lnTo>
                    <a:pt x="272160" y="1"/>
                  </a:lnTo>
                  <a:lnTo>
                    <a:pt x="272160" y="0"/>
                  </a:lnTo>
                  <a:cubicBezTo>
                    <a:pt x="422464" y="0"/>
                    <a:pt x="544385" y="121826"/>
                    <a:pt x="544385" y="272130"/>
                  </a:cubicBezTo>
                  <a:cubicBezTo>
                    <a:pt x="544385" y="392717"/>
                    <a:pt x="465994" y="495015"/>
                    <a:pt x="357409" y="530734"/>
                  </a:cubicBezTo>
                  <a:cubicBezTo>
                    <a:pt x="315213" y="544545"/>
                    <a:pt x="286733" y="583979"/>
                    <a:pt x="286733" y="628365"/>
                  </a:cubicBezTo>
                  <a:lnTo>
                    <a:pt x="286733" y="682848"/>
                  </a:lnTo>
                  <a:cubicBezTo>
                    <a:pt x="286733" y="702089"/>
                    <a:pt x="296258" y="720282"/>
                    <a:pt x="312546" y="730569"/>
                  </a:cubicBezTo>
                  <a:cubicBezTo>
                    <a:pt x="333691" y="743904"/>
                    <a:pt x="347693" y="767526"/>
                    <a:pt x="347693" y="794386"/>
                  </a:cubicBezTo>
                  <a:cubicBezTo>
                    <a:pt x="347693" y="836106"/>
                    <a:pt x="313880" y="869824"/>
                    <a:pt x="272160" y="869824"/>
                  </a:cubicBezTo>
                  <a:lnTo>
                    <a:pt x="272160" y="869729"/>
                  </a:lnTo>
                  <a:lnTo>
                    <a:pt x="269969" y="869824"/>
                  </a:lnTo>
                  <a:cubicBezTo>
                    <a:pt x="231869" y="868776"/>
                    <a:pt x="199484" y="837915"/>
                    <a:pt x="196817" y="799911"/>
                  </a:cubicBezTo>
                  <a:cubicBezTo>
                    <a:pt x="194721" y="770859"/>
                    <a:pt x="209104" y="745047"/>
                    <a:pt x="231583" y="730759"/>
                  </a:cubicBezTo>
                  <a:cubicBezTo>
                    <a:pt x="247966" y="720282"/>
                    <a:pt x="257682" y="702184"/>
                    <a:pt x="257682" y="682848"/>
                  </a:cubicBezTo>
                  <a:lnTo>
                    <a:pt x="257682" y="628365"/>
                  </a:lnTo>
                  <a:cubicBezTo>
                    <a:pt x="257682" y="583598"/>
                    <a:pt x="228440" y="544545"/>
                    <a:pt x="185958" y="530353"/>
                  </a:cubicBezTo>
                  <a:cubicBezTo>
                    <a:pt x="75468" y="493491"/>
                    <a:pt x="-3589" y="387573"/>
                    <a:pt x="126" y="263844"/>
                  </a:cubicBezTo>
                  <a:close/>
                </a:path>
              </a:pathLst>
            </a:custGeom>
            <a:solidFill>
              <a:srgbClr val="75DD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E392756-55F5-E7CB-678E-9DA82652D32D}"/>
                </a:ext>
              </a:extLst>
            </p:cNvPr>
            <p:cNvSpPr/>
            <p:nvPr/>
          </p:nvSpPr>
          <p:spPr>
            <a:xfrm rot="5400000">
              <a:off x="7968286" y="3129199"/>
              <a:ext cx="544385" cy="869824"/>
            </a:xfrm>
            <a:custGeom>
              <a:avLst/>
              <a:gdLst>
                <a:gd name="connsiteX0" fmla="*/ 126 w 544385"/>
                <a:gd name="connsiteY0" fmla="*/ 263844 h 869824"/>
                <a:gd name="connsiteX1" fmla="*/ 254824 w 544385"/>
                <a:gd name="connsiteY1" fmla="*/ 477 h 869824"/>
                <a:gd name="connsiteX2" fmla="*/ 272160 w 544385"/>
                <a:gd name="connsiteY2" fmla="*/ 1 h 869824"/>
                <a:gd name="connsiteX3" fmla="*/ 272160 w 544385"/>
                <a:gd name="connsiteY3" fmla="*/ 0 h 869824"/>
                <a:gd name="connsiteX4" fmla="*/ 544385 w 544385"/>
                <a:gd name="connsiteY4" fmla="*/ 272130 h 869824"/>
                <a:gd name="connsiteX5" fmla="*/ 357409 w 544385"/>
                <a:gd name="connsiteY5" fmla="*/ 530734 h 869824"/>
                <a:gd name="connsiteX6" fmla="*/ 286733 w 544385"/>
                <a:gd name="connsiteY6" fmla="*/ 628365 h 869824"/>
                <a:gd name="connsiteX7" fmla="*/ 286733 w 544385"/>
                <a:gd name="connsiteY7" fmla="*/ 682848 h 869824"/>
                <a:gd name="connsiteX8" fmla="*/ 312546 w 544385"/>
                <a:gd name="connsiteY8" fmla="*/ 730569 h 869824"/>
                <a:gd name="connsiteX9" fmla="*/ 347693 w 544385"/>
                <a:gd name="connsiteY9" fmla="*/ 794386 h 869824"/>
                <a:gd name="connsiteX10" fmla="*/ 272160 w 544385"/>
                <a:gd name="connsiteY10" fmla="*/ 869824 h 869824"/>
                <a:gd name="connsiteX11" fmla="*/ 272160 w 544385"/>
                <a:gd name="connsiteY11" fmla="*/ 869729 h 869824"/>
                <a:gd name="connsiteX12" fmla="*/ 269969 w 544385"/>
                <a:gd name="connsiteY12" fmla="*/ 869824 h 869824"/>
                <a:gd name="connsiteX13" fmla="*/ 196817 w 544385"/>
                <a:gd name="connsiteY13" fmla="*/ 799911 h 869824"/>
                <a:gd name="connsiteX14" fmla="*/ 231583 w 544385"/>
                <a:gd name="connsiteY14" fmla="*/ 730759 h 869824"/>
                <a:gd name="connsiteX15" fmla="*/ 257682 w 544385"/>
                <a:gd name="connsiteY15" fmla="*/ 682848 h 869824"/>
                <a:gd name="connsiteX16" fmla="*/ 257682 w 544385"/>
                <a:gd name="connsiteY16" fmla="*/ 628365 h 869824"/>
                <a:gd name="connsiteX17" fmla="*/ 185958 w 544385"/>
                <a:gd name="connsiteY17" fmla="*/ 530353 h 869824"/>
                <a:gd name="connsiteX18" fmla="*/ 126 w 544385"/>
                <a:gd name="connsiteY18" fmla="*/ 263844 h 86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4385" h="869824">
                  <a:moveTo>
                    <a:pt x="126" y="263844"/>
                  </a:moveTo>
                  <a:cubicBezTo>
                    <a:pt x="4317" y="124683"/>
                    <a:pt x="115854" y="9145"/>
                    <a:pt x="254824" y="477"/>
                  </a:cubicBezTo>
                  <a:lnTo>
                    <a:pt x="272160" y="1"/>
                  </a:lnTo>
                  <a:lnTo>
                    <a:pt x="272160" y="0"/>
                  </a:lnTo>
                  <a:cubicBezTo>
                    <a:pt x="422464" y="0"/>
                    <a:pt x="544385" y="121826"/>
                    <a:pt x="544385" y="272130"/>
                  </a:cubicBezTo>
                  <a:cubicBezTo>
                    <a:pt x="544385" y="392717"/>
                    <a:pt x="465994" y="495015"/>
                    <a:pt x="357409" y="530734"/>
                  </a:cubicBezTo>
                  <a:cubicBezTo>
                    <a:pt x="315213" y="544545"/>
                    <a:pt x="286733" y="583979"/>
                    <a:pt x="286733" y="628365"/>
                  </a:cubicBezTo>
                  <a:lnTo>
                    <a:pt x="286733" y="682848"/>
                  </a:lnTo>
                  <a:cubicBezTo>
                    <a:pt x="286733" y="702089"/>
                    <a:pt x="296258" y="720282"/>
                    <a:pt x="312546" y="730569"/>
                  </a:cubicBezTo>
                  <a:cubicBezTo>
                    <a:pt x="333691" y="743904"/>
                    <a:pt x="347693" y="767526"/>
                    <a:pt x="347693" y="794386"/>
                  </a:cubicBezTo>
                  <a:cubicBezTo>
                    <a:pt x="347693" y="836106"/>
                    <a:pt x="313880" y="869824"/>
                    <a:pt x="272160" y="869824"/>
                  </a:cubicBezTo>
                  <a:lnTo>
                    <a:pt x="272160" y="869729"/>
                  </a:lnTo>
                  <a:lnTo>
                    <a:pt x="269969" y="869824"/>
                  </a:lnTo>
                  <a:cubicBezTo>
                    <a:pt x="231869" y="868776"/>
                    <a:pt x="199484" y="837915"/>
                    <a:pt x="196817" y="799911"/>
                  </a:cubicBezTo>
                  <a:cubicBezTo>
                    <a:pt x="194721" y="770859"/>
                    <a:pt x="209104" y="745047"/>
                    <a:pt x="231583" y="730759"/>
                  </a:cubicBezTo>
                  <a:cubicBezTo>
                    <a:pt x="247966" y="720282"/>
                    <a:pt x="257682" y="702184"/>
                    <a:pt x="257682" y="682848"/>
                  </a:cubicBezTo>
                  <a:lnTo>
                    <a:pt x="257682" y="628365"/>
                  </a:lnTo>
                  <a:cubicBezTo>
                    <a:pt x="257682" y="583598"/>
                    <a:pt x="228440" y="544545"/>
                    <a:pt x="185958" y="530353"/>
                  </a:cubicBezTo>
                  <a:cubicBezTo>
                    <a:pt x="75468" y="493491"/>
                    <a:pt x="-3589" y="387573"/>
                    <a:pt x="126" y="263844"/>
                  </a:cubicBezTo>
                  <a:close/>
                </a:path>
              </a:pathLst>
            </a:custGeom>
            <a:solidFill>
              <a:srgbClr val="54D3D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0A6B15B-99FC-9199-2EDB-9C5BFC294762}"/>
                </a:ext>
              </a:extLst>
            </p:cNvPr>
            <p:cNvSpPr/>
            <p:nvPr/>
          </p:nvSpPr>
          <p:spPr>
            <a:xfrm rot="5400000">
              <a:off x="7957080" y="5147348"/>
              <a:ext cx="544385" cy="869824"/>
            </a:xfrm>
            <a:custGeom>
              <a:avLst/>
              <a:gdLst>
                <a:gd name="connsiteX0" fmla="*/ 126 w 544385"/>
                <a:gd name="connsiteY0" fmla="*/ 263844 h 869824"/>
                <a:gd name="connsiteX1" fmla="*/ 254824 w 544385"/>
                <a:gd name="connsiteY1" fmla="*/ 477 h 869824"/>
                <a:gd name="connsiteX2" fmla="*/ 272160 w 544385"/>
                <a:gd name="connsiteY2" fmla="*/ 1 h 869824"/>
                <a:gd name="connsiteX3" fmla="*/ 272160 w 544385"/>
                <a:gd name="connsiteY3" fmla="*/ 0 h 869824"/>
                <a:gd name="connsiteX4" fmla="*/ 544385 w 544385"/>
                <a:gd name="connsiteY4" fmla="*/ 272130 h 869824"/>
                <a:gd name="connsiteX5" fmla="*/ 357409 w 544385"/>
                <a:gd name="connsiteY5" fmla="*/ 530734 h 869824"/>
                <a:gd name="connsiteX6" fmla="*/ 286733 w 544385"/>
                <a:gd name="connsiteY6" fmla="*/ 628365 h 869824"/>
                <a:gd name="connsiteX7" fmla="*/ 286733 w 544385"/>
                <a:gd name="connsiteY7" fmla="*/ 682848 h 869824"/>
                <a:gd name="connsiteX8" fmla="*/ 312546 w 544385"/>
                <a:gd name="connsiteY8" fmla="*/ 730569 h 869824"/>
                <a:gd name="connsiteX9" fmla="*/ 347693 w 544385"/>
                <a:gd name="connsiteY9" fmla="*/ 794386 h 869824"/>
                <a:gd name="connsiteX10" fmla="*/ 272160 w 544385"/>
                <a:gd name="connsiteY10" fmla="*/ 869824 h 869824"/>
                <a:gd name="connsiteX11" fmla="*/ 272160 w 544385"/>
                <a:gd name="connsiteY11" fmla="*/ 869729 h 869824"/>
                <a:gd name="connsiteX12" fmla="*/ 269969 w 544385"/>
                <a:gd name="connsiteY12" fmla="*/ 869824 h 869824"/>
                <a:gd name="connsiteX13" fmla="*/ 196817 w 544385"/>
                <a:gd name="connsiteY13" fmla="*/ 799911 h 869824"/>
                <a:gd name="connsiteX14" fmla="*/ 231583 w 544385"/>
                <a:gd name="connsiteY14" fmla="*/ 730759 h 869824"/>
                <a:gd name="connsiteX15" fmla="*/ 257682 w 544385"/>
                <a:gd name="connsiteY15" fmla="*/ 682848 h 869824"/>
                <a:gd name="connsiteX16" fmla="*/ 257682 w 544385"/>
                <a:gd name="connsiteY16" fmla="*/ 628365 h 869824"/>
                <a:gd name="connsiteX17" fmla="*/ 185958 w 544385"/>
                <a:gd name="connsiteY17" fmla="*/ 530353 h 869824"/>
                <a:gd name="connsiteX18" fmla="*/ 126 w 544385"/>
                <a:gd name="connsiteY18" fmla="*/ 263844 h 86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4385" h="869824">
                  <a:moveTo>
                    <a:pt x="126" y="263844"/>
                  </a:moveTo>
                  <a:cubicBezTo>
                    <a:pt x="4317" y="124683"/>
                    <a:pt x="115854" y="9145"/>
                    <a:pt x="254824" y="477"/>
                  </a:cubicBezTo>
                  <a:lnTo>
                    <a:pt x="272160" y="1"/>
                  </a:lnTo>
                  <a:lnTo>
                    <a:pt x="272160" y="0"/>
                  </a:lnTo>
                  <a:cubicBezTo>
                    <a:pt x="422464" y="0"/>
                    <a:pt x="544385" y="121826"/>
                    <a:pt x="544385" y="272130"/>
                  </a:cubicBezTo>
                  <a:cubicBezTo>
                    <a:pt x="544385" y="392717"/>
                    <a:pt x="465994" y="495015"/>
                    <a:pt x="357409" y="530734"/>
                  </a:cubicBezTo>
                  <a:cubicBezTo>
                    <a:pt x="315213" y="544545"/>
                    <a:pt x="286733" y="583979"/>
                    <a:pt x="286733" y="628365"/>
                  </a:cubicBezTo>
                  <a:lnTo>
                    <a:pt x="286733" y="682848"/>
                  </a:lnTo>
                  <a:cubicBezTo>
                    <a:pt x="286733" y="702089"/>
                    <a:pt x="296258" y="720282"/>
                    <a:pt x="312546" y="730569"/>
                  </a:cubicBezTo>
                  <a:cubicBezTo>
                    <a:pt x="333691" y="743904"/>
                    <a:pt x="347693" y="767526"/>
                    <a:pt x="347693" y="794386"/>
                  </a:cubicBezTo>
                  <a:cubicBezTo>
                    <a:pt x="347693" y="836106"/>
                    <a:pt x="313880" y="869824"/>
                    <a:pt x="272160" y="869824"/>
                  </a:cubicBezTo>
                  <a:lnTo>
                    <a:pt x="272160" y="869729"/>
                  </a:lnTo>
                  <a:lnTo>
                    <a:pt x="269969" y="869824"/>
                  </a:lnTo>
                  <a:cubicBezTo>
                    <a:pt x="231869" y="868776"/>
                    <a:pt x="199484" y="837915"/>
                    <a:pt x="196817" y="799911"/>
                  </a:cubicBezTo>
                  <a:cubicBezTo>
                    <a:pt x="194721" y="770859"/>
                    <a:pt x="209104" y="745047"/>
                    <a:pt x="231583" y="730759"/>
                  </a:cubicBezTo>
                  <a:cubicBezTo>
                    <a:pt x="247966" y="720282"/>
                    <a:pt x="257682" y="702184"/>
                    <a:pt x="257682" y="682848"/>
                  </a:cubicBezTo>
                  <a:lnTo>
                    <a:pt x="257682" y="628365"/>
                  </a:lnTo>
                  <a:cubicBezTo>
                    <a:pt x="257682" y="583598"/>
                    <a:pt x="228440" y="544545"/>
                    <a:pt x="185958" y="530353"/>
                  </a:cubicBezTo>
                  <a:cubicBezTo>
                    <a:pt x="75468" y="493491"/>
                    <a:pt x="-3589" y="387573"/>
                    <a:pt x="126" y="263844"/>
                  </a:cubicBezTo>
                  <a:close/>
                </a:path>
              </a:pathLst>
            </a:custGeom>
            <a:solidFill>
              <a:srgbClr val="2CBFC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B420365-23E0-C6C4-5552-5E5B9B806675}"/>
                </a:ext>
              </a:extLst>
            </p:cNvPr>
            <p:cNvSpPr/>
            <p:nvPr/>
          </p:nvSpPr>
          <p:spPr>
            <a:xfrm>
              <a:off x="7796142" y="1776452"/>
              <a:ext cx="139436" cy="139436"/>
            </a:xfrm>
            <a:prstGeom prst="ellipse">
              <a:avLst/>
            </a:prstGeom>
            <a:solidFill>
              <a:srgbClr val="D1EE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7275481-322C-FD5A-3DB5-2B2FD4963022}"/>
                </a:ext>
              </a:extLst>
            </p:cNvPr>
            <p:cNvSpPr/>
            <p:nvPr/>
          </p:nvSpPr>
          <p:spPr>
            <a:xfrm>
              <a:off x="7796142" y="6018281"/>
              <a:ext cx="139436" cy="139436"/>
            </a:xfrm>
            <a:prstGeom prst="ellipse">
              <a:avLst/>
            </a:prstGeom>
            <a:solidFill>
              <a:srgbClr val="3B94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8B4F559-3EBD-AE7B-EDFE-CF4B1C837CBA}"/>
                </a:ext>
              </a:extLst>
            </p:cNvPr>
            <p:cNvSpPr txBox="1"/>
            <p:nvPr/>
          </p:nvSpPr>
          <p:spPr>
            <a:xfrm>
              <a:off x="8158776" y="2066707"/>
              <a:ext cx="498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>
                  <a:solidFill>
                    <a:schemeClr val="bg1"/>
                  </a:solidFill>
                  <a:latin typeface="Sora" pitchFamily="2" charset="0"/>
                  <a:cs typeface="Sora" pitchFamily="2" charset="0"/>
                </a:rPr>
                <a:t>01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3B2AE3E-3103-2850-4384-7CFF1F71F87A}"/>
                </a:ext>
              </a:extLst>
            </p:cNvPr>
            <p:cNvSpPr txBox="1"/>
            <p:nvPr/>
          </p:nvSpPr>
          <p:spPr>
            <a:xfrm>
              <a:off x="8169982" y="2725574"/>
              <a:ext cx="498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>
                  <a:solidFill>
                    <a:schemeClr val="bg1"/>
                  </a:solidFill>
                  <a:latin typeface="Sora" pitchFamily="2" charset="0"/>
                  <a:cs typeface="Sora" pitchFamily="2" charset="0"/>
                </a:rPr>
                <a:t>02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A681293-9549-731E-70AF-9ED405B861B8}"/>
                </a:ext>
              </a:extLst>
            </p:cNvPr>
            <p:cNvSpPr txBox="1"/>
            <p:nvPr/>
          </p:nvSpPr>
          <p:spPr>
            <a:xfrm>
              <a:off x="8158776" y="3410223"/>
              <a:ext cx="498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>
                  <a:solidFill>
                    <a:schemeClr val="bg1"/>
                  </a:solidFill>
                  <a:latin typeface="Sora" pitchFamily="2" charset="0"/>
                  <a:cs typeface="Sora" pitchFamily="2" charset="0"/>
                </a:rPr>
                <a:t>03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571D216-CB01-FFC6-FA1F-46E026FCABBC}"/>
                </a:ext>
              </a:extLst>
            </p:cNvPr>
            <p:cNvSpPr txBox="1"/>
            <p:nvPr/>
          </p:nvSpPr>
          <p:spPr>
            <a:xfrm>
              <a:off x="8147570" y="5428372"/>
              <a:ext cx="498749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IN" sz="1400" b="1">
                  <a:solidFill>
                    <a:schemeClr val="bg1"/>
                  </a:solidFill>
                  <a:latin typeface="Sora"/>
                  <a:cs typeface="Sora"/>
                </a:rPr>
                <a:t>06</a:t>
              </a:r>
              <a:endParaRPr lang="en-IN" sz="1400" b="1">
                <a:solidFill>
                  <a:schemeClr val="bg1"/>
                </a:solidFill>
                <a:latin typeface="Sora" pitchFamily="2" charset="0"/>
                <a:cs typeface="Sora" pitchFamily="2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596F2B1-98F3-1C2E-AB3A-D82E0207C675}"/>
              </a:ext>
            </a:extLst>
          </p:cNvPr>
          <p:cNvGrpSpPr/>
          <p:nvPr/>
        </p:nvGrpSpPr>
        <p:grpSpPr>
          <a:xfrm>
            <a:off x="5973398" y="2010614"/>
            <a:ext cx="1619413" cy="573152"/>
            <a:chOff x="6072060" y="2172783"/>
            <a:chExt cx="1619413" cy="57315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2FB20F0-F02A-6114-1BFC-15F805D43BC0}"/>
                </a:ext>
              </a:extLst>
            </p:cNvPr>
            <p:cNvSpPr txBox="1"/>
            <p:nvPr/>
          </p:nvSpPr>
          <p:spPr>
            <a:xfrm>
              <a:off x="6072060" y="2331398"/>
              <a:ext cx="1619413" cy="4145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>
                  <a:solidFill>
                    <a:schemeClr val="tx1">
                      <a:lumMod val="50000"/>
                      <a:lumOff val="50000"/>
                    </a:schemeClr>
                  </a:solidFill>
                  <a:ea typeface="+mn-lt"/>
                  <a:cs typeface="+mn-lt"/>
                </a:rPr>
                <a:t>Project Initiation &amp; Backend Foundation</a:t>
              </a:r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5B91E84-2198-BB81-FC55-EA6FD68A2A33}"/>
                </a:ext>
              </a:extLst>
            </p:cNvPr>
            <p:cNvSpPr txBox="1"/>
            <p:nvPr/>
          </p:nvSpPr>
          <p:spPr>
            <a:xfrm>
              <a:off x="6072060" y="2172783"/>
              <a:ext cx="1619413" cy="249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 b="1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Sora" pitchFamily="2" charset="0"/>
                  <a:cs typeface="Sora" pitchFamily="2" charset="0"/>
                </a:rPr>
                <a:t>Milestone 01</a:t>
              </a:r>
              <a:endPara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FC0DA35-31AC-D103-3DC4-BD4AD2F1D856}"/>
              </a:ext>
            </a:extLst>
          </p:cNvPr>
          <p:cNvGrpSpPr/>
          <p:nvPr/>
        </p:nvGrpSpPr>
        <p:grpSpPr>
          <a:xfrm>
            <a:off x="5984603" y="2926094"/>
            <a:ext cx="1619413" cy="705554"/>
            <a:chOff x="6083265" y="3162807"/>
            <a:chExt cx="1619413" cy="705554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DED8101-0C44-C629-4A61-67F5FFE87026}"/>
                </a:ext>
              </a:extLst>
            </p:cNvPr>
            <p:cNvSpPr txBox="1"/>
            <p:nvPr/>
          </p:nvSpPr>
          <p:spPr>
            <a:xfrm>
              <a:off x="6083265" y="3162807"/>
              <a:ext cx="1619413" cy="4145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>
                  <a:solidFill>
                    <a:schemeClr val="tx1">
                      <a:lumMod val="50000"/>
                      <a:lumOff val="50000"/>
                    </a:schemeClr>
                  </a:solidFill>
                  <a:ea typeface="+mn-lt"/>
                  <a:cs typeface="+mn-lt"/>
                </a:rPr>
                <a:t>Core Frontend Stabilization &amp; Access Control</a:t>
              </a:r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2D1A59C-47E2-C065-F128-5099F711691A}"/>
                </a:ext>
              </a:extLst>
            </p:cNvPr>
            <p:cNvSpPr txBox="1"/>
            <p:nvPr/>
          </p:nvSpPr>
          <p:spPr>
            <a:xfrm>
              <a:off x="6083265" y="3619126"/>
              <a:ext cx="1619413" cy="249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 b="1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Sora" pitchFamily="2" charset="0"/>
                  <a:cs typeface="Sora" pitchFamily="2" charset="0"/>
                </a:rPr>
                <a:t>Milestone 02</a:t>
              </a:r>
              <a:endPara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D602E20-4B4E-1AC6-5BB6-5ED837D43B65}"/>
              </a:ext>
            </a:extLst>
          </p:cNvPr>
          <p:cNvGrpSpPr/>
          <p:nvPr/>
        </p:nvGrpSpPr>
        <p:grpSpPr>
          <a:xfrm>
            <a:off x="5984603" y="4099237"/>
            <a:ext cx="1619413" cy="573152"/>
            <a:chOff x="6083265" y="4307456"/>
            <a:chExt cx="1619413" cy="573152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45CD5CA-7D4A-1CE2-D7BB-6D2D3F2F5BEF}"/>
                </a:ext>
              </a:extLst>
            </p:cNvPr>
            <p:cNvSpPr txBox="1"/>
            <p:nvPr/>
          </p:nvSpPr>
          <p:spPr>
            <a:xfrm>
              <a:off x="6083265" y="4466071"/>
              <a:ext cx="1619413" cy="4145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>
                  <a:solidFill>
                    <a:schemeClr val="tx1">
                      <a:lumMod val="50000"/>
                      <a:lumOff val="50000"/>
                    </a:schemeClr>
                  </a:solidFill>
                  <a:ea typeface="+mn-lt"/>
                  <a:cs typeface="+mn-lt"/>
                </a:rPr>
                <a:t>Academic Reporting Workflows</a:t>
              </a:r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AFDE69D-0C04-DE0F-DDB3-8DE5CB5FACF4}"/>
                </a:ext>
              </a:extLst>
            </p:cNvPr>
            <p:cNvSpPr txBox="1"/>
            <p:nvPr/>
          </p:nvSpPr>
          <p:spPr>
            <a:xfrm>
              <a:off x="6083265" y="4307456"/>
              <a:ext cx="1619413" cy="2492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 b="1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Sora"/>
                  <a:cs typeface="Sora"/>
                </a:rPr>
                <a:t>Milestone </a:t>
              </a:r>
              <a:r>
                <a:rPr lang="en-IN" sz="9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/>
                  <a:cs typeface="Sora"/>
                </a:rPr>
                <a:t>04</a:t>
              </a:r>
              <a:endPara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93B91A1-1FF4-12AF-49EE-1EE930A2E32E}"/>
              </a:ext>
            </a:extLst>
          </p:cNvPr>
          <p:cNvGrpSpPr/>
          <p:nvPr/>
        </p:nvGrpSpPr>
        <p:grpSpPr>
          <a:xfrm>
            <a:off x="5953428" y="5358119"/>
            <a:ext cx="1630619" cy="539534"/>
            <a:chOff x="6509340" y="6770029"/>
            <a:chExt cx="1630619" cy="53953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A75CC0A-ADDB-25F5-A510-AA432D8C1B27}"/>
                </a:ext>
              </a:extLst>
            </p:cNvPr>
            <p:cNvSpPr txBox="1"/>
            <p:nvPr/>
          </p:nvSpPr>
          <p:spPr>
            <a:xfrm>
              <a:off x="6520546" y="6895026"/>
              <a:ext cx="1619413" cy="4145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>
                  <a:solidFill>
                    <a:schemeClr val="tx1">
                      <a:lumMod val="50000"/>
                      <a:lumOff val="50000"/>
                    </a:schemeClr>
                  </a:solidFill>
                  <a:ea typeface="+mn-lt"/>
                  <a:cs typeface="+mn-lt"/>
                </a:rPr>
                <a:t>Finalization, Validation &amp; System Refinement</a:t>
              </a:r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0ED4D89-DCB7-7850-1CAE-F332C4A2C949}"/>
                </a:ext>
              </a:extLst>
            </p:cNvPr>
            <p:cNvSpPr txBox="1"/>
            <p:nvPr/>
          </p:nvSpPr>
          <p:spPr>
            <a:xfrm>
              <a:off x="6509340" y="6770029"/>
              <a:ext cx="1619413" cy="2492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IN" sz="900" b="1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Sora"/>
                  <a:cs typeface="Sora"/>
                </a:rPr>
                <a:t>Milestone </a:t>
              </a:r>
              <a:r>
                <a:rPr lang="en-IN" sz="9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/>
                  <a:cs typeface="Sora"/>
                </a:rPr>
                <a:t>06</a:t>
              </a:r>
              <a:endPara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E01AC5D1-8818-4DBB-6B71-21D7270939F6}"/>
              </a:ext>
            </a:extLst>
          </p:cNvPr>
          <p:cNvSpPr txBox="1"/>
          <p:nvPr/>
        </p:nvSpPr>
        <p:spPr>
          <a:xfrm>
            <a:off x="6029427" y="1686805"/>
            <a:ext cx="1619413" cy="2264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en-IN" sz="800" b="1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ora"/>
                <a:cs typeface="Sora"/>
              </a:rPr>
              <a:t>Start Date</a:t>
            </a:r>
            <a:r>
              <a:rPr lang="en-IN" sz="800" b="1">
                <a:solidFill>
                  <a:schemeClr val="tx1">
                    <a:lumMod val="85000"/>
                    <a:lumOff val="15000"/>
                  </a:schemeClr>
                </a:solidFill>
                <a:latin typeface="Sora"/>
                <a:cs typeface="Sora"/>
              </a:rPr>
              <a:t>: 25 August 2025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EE5266-12AE-FDED-ABA5-0976FE74CD96}"/>
              </a:ext>
            </a:extLst>
          </p:cNvPr>
          <p:cNvSpPr txBox="1"/>
          <p:nvPr/>
        </p:nvSpPr>
        <p:spPr>
          <a:xfrm>
            <a:off x="6018221" y="6031861"/>
            <a:ext cx="1619413" cy="229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en-IN" sz="800" b="1">
                <a:solidFill>
                  <a:schemeClr val="tx1">
                    <a:lumMod val="85000"/>
                    <a:lumOff val="15000"/>
                  </a:schemeClr>
                </a:solidFill>
                <a:latin typeface="Sora"/>
                <a:cs typeface="Sora"/>
              </a:rPr>
              <a:t>End Date: </a:t>
            </a:r>
            <a:r>
              <a:rPr lang="en-IN" sz="800" b="1">
                <a:solidFill>
                  <a:schemeClr val="tx1">
                    <a:lumMod val="85000"/>
                    <a:lumOff val="15000"/>
                  </a:schemeClr>
                </a:solidFill>
                <a:latin typeface="Sora"/>
                <a:ea typeface="+mn-lt"/>
                <a:cs typeface="Sora"/>
              </a:rPr>
              <a:t>1 May 2026 </a:t>
            </a:r>
            <a:endParaRPr lang="en-IN" sz="800" b="1">
              <a:solidFill>
                <a:schemeClr val="tx1">
                  <a:lumMod val="85000"/>
                  <a:lumOff val="15000"/>
                </a:schemeClr>
              </a:solidFill>
              <a:latin typeface="Sora"/>
              <a:cs typeface="Sora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0A4B51B-1F3A-00CB-E3B3-A088888CCE1C}"/>
              </a:ext>
            </a:extLst>
          </p:cNvPr>
          <p:cNvGrpSpPr/>
          <p:nvPr/>
        </p:nvGrpSpPr>
        <p:grpSpPr>
          <a:xfrm>
            <a:off x="6137959" y="1427950"/>
            <a:ext cx="1877851" cy="276999"/>
            <a:chOff x="6282875" y="1419285"/>
            <a:chExt cx="1877851" cy="27699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F127CF1-0C8B-179F-7860-301F961843AA}"/>
                </a:ext>
              </a:extLst>
            </p:cNvPr>
            <p:cNvSpPr txBox="1"/>
            <p:nvPr/>
          </p:nvSpPr>
          <p:spPr>
            <a:xfrm>
              <a:off x="6430264" y="1419285"/>
              <a:ext cx="1730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 pitchFamily="2" charset="0"/>
                  <a:cs typeface="Sora" pitchFamily="2" charset="0"/>
                </a:rPr>
                <a:t>Project Milestones</a:t>
              </a:r>
            </a:p>
          </p:txBody>
        </p:sp>
        <p:sp>
          <p:nvSpPr>
            <p:cNvPr id="44" name="Graphic 42">
              <a:extLst>
                <a:ext uri="{FF2B5EF4-FFF2-40B4-BE49-F238E27FC236}">
                  <a16:creationId xmlns:a16="http://schemas.microsoft.com/office/drawing/2014/main" id="{9285BF43-D96E-5AA9-55ED-97C69F366181}"/>
                </a:ext>
              </a:extLst>
            </p:cNvPr>
            <p:cNvSpPr/>
            <p:nvPr/>
          </p:nvSpPr>
          <p:spPr>
            <a:xfrm>
              <a:off x="6282875" y="1424366"/>
              <a:ext cx="117938" cy="202083"/>
            </a:xfrm>
            <a:custGeom>
              <a:avLst/>
              <a:gdLst>
                <a:gd name="connsiteX0" fmla="*/ 31678 w 117938"/>
                <a:gd name="connsiteY0" fmla="*/ 189481 h 202083"/>
                <a:gd name="connsiteX1" fmla="*/ 44056 w 117938"/>
                <a:gd name="connsiteY1" fmla="*/ 189503 h 202083"/>
                <a:gd name="connsiteX2" fmla="*/ 49963 w 117938"/>
                <a:gd name="connsiteY2" fmla="*/ 198039 h 202083"/>
                <a:gd name="connsiteX3" fmla="*/ 44107 w 117938"/>
                <a:gd name="connsiteY3" fmla="*/ 202039 h 202083"/>
                <a:gd name="connsiteX4" fmla="*/ 6002 w 117938"/>
                <a:gd name="connsiteY4" fmla="*/ 202028 h 202083"/>
                <a:gd name="connsiteX5" fmla="*/ 0 w 117938"/>
                <a:gd name="connsiteY5" fmla="*/ 195863 h 202083"/>
                <a:gd name="connsiteX6" fmla="*/ 6136 w 117938"/>
                <a:gd name="connsiteY6" fmla="*/ 189503 h 202083"/>
                <a:gd name="connsiteX7" fmla="*/ 18918 w 117938"/>
                <a:gd name="connsiteY7" fmla="*/ 189486 h 202083"/>
                <a:gd name="connsiteX8" fmla="*/ 18918 w 117938"/>
                <a:gd name="connsiteY8" fmla="*/ 186393 h 202083"/>
                <a:gd name="connsiteX9" fmla="*/ 18946 w 117938"/>
                <a:gd name="connsiteY9" fmla="*/ 8405 h 202083"/>
                <a:gd name="connsiteX10" fmla="*/ 19657 w 117938"/>
                <a:gd name="connsiteY10" fmla="*/ 3941 h 202083"/>
                <a:gd name="connsiteX11" fmla="*/ 30234 w 117938"/>
                <a:gd name="connsiteY11" fmla="*/ 1642 h 202083"/>
                <a:gd name="connsiteX12" fmla="*/ 67394 w 117938"/>
                <a:gd name="connsiteY12" fmla="*/ 23447 h 202083"/>
                <a:gd name="connsiteX13" fmla="*/ 113889 w 117938"/>
                <a:gd name="connsiteY13" fmla="*/ 50828 h 202083"/>
                <a:gd name="connsiteX14" fmla="*/ 117251 w 117938"/>
                <a:gd name="connsiteY14" fmla="*/ 59649 h 202083"/>
                <a:gd name="connsiteX15" fmla="*/ 113475 w 117938"/>
                <a:gd name="connsiteY15" fmla="*/ 63369 h 202083"/>
                <a:gd name="connsiteX16" fmla="*/ 46479 w 117938"/>
                <a:gd name="connsiteY16" fmla="*/ 102503 h 202083"/>
                <a:gd name="connsiteX17" fmla="*/ 32919 w 117938"/>
                <a:gd name="connsiteY17" fmla="*/ 110391 h 202083"/>
                <a:gd name="connsiteX18" fmla="*/ 31510 w 117938"/>
                <a:gd name="connsiteY18" fmla="*/ 112874 h 202083"/>
                <a:gd name="connsiteX19" fmla="*/ 31538 w 117938"/>
                <a:gd name="connsiteY19" fmla="*/ 187629 h 202083"/>
                <a:gd name="connsiteX20" fmla="*/ 31678 w 117938"/>
                <a:gd name="connsiteY20" fmla="*/ 189481 h 202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938" h="202083">
                  <a:moveTo>
                    <a:pt x="31678" y="189481"/>
                  </a:moveTo>
                  <a:cubicBezTo>
                    <a:pt x="35862" y="189481"/>
                    <a:pt x="39962" y="189403"/>
                    <a:pt x="44056" y="189503"/>
                  </a:cubicBezTo>
                  <a:cubicBezTo>
                    <a:pt x="48436" y="189609"/>
                    <a:pt x="51552" y="194140"/>
                    <a:pt x="49963" y="198039"/>
                  </a:cubicBezTo>
                  <a:cubicBezTo>
                    <a:pt x="48917" y="200612"/>
                    <a:pt x="46859" y="202028"/>
                    <a:pt x="44107" y="202039"/>
                  </a:cubicBezTo>
                  <a:cubicBezTo>
                    <a:pt x="31403" y="202095"/>
                    <a:pt x="18706" y="202106"/>
                    <a:pt x="6002" y="202028"/>
                  </a:cubicBezTo>
                  <a:cubicBezTo>
                    <a:pt x="2355" y="202005"/>
                    <a:pt x="23" y="199427"/>
                    <a:pt x="0" y="195863"/>
                  </a:cubicBezTo>
                  <a:cubicBezTo>
                    <a:pt x="-22" y="192384"/>
                    <a:pt x="2618" y="189570"/>
                    <a:pt x="6136" y="189503"/>
                  </a:cubicBezTo>
                  <a:cubicBezTo>
                    <a:pt x="10304" y="189425"/>
                    <a:pt x="14477" y="189486"/>
                    <a:pt x="18918" y="189486"/>
                  </a:cubicBezTo>
                  <a:cubicBezTo>
                    <a:pt x="18918" y="188306"/>
                    <a:pt x="18918" y="187350"/>
                    <a:pt x="18918" y="186393"/>
                  </a:cubicBezTo>
                  <a:cubicBezTo>
                    <a:pt x="18918" y="127066"/>
                    <a:pt x="18913" y="67732"/>
                    <a:pt x="18946" y="8405"/>
                  </a:cubicBezTo>
                  <a:cubicBezTo>
                    <a:pt x="18946" y="6906"/>
                    <a:pt x="19036" y="5250"/>
                    <a:pt x="19657" y="3941"/>
                  </a:cubicBezTo>
                  <a:cubicBezTo>
                    <a:pt x="21805" y="-601"/>
                    <a:pt x="25647" y="-1004"/>
                    <a:pt x="30234" y="1642"/>
                  </a:cubicBezTo>
                  <a:cubicBezTo>
                    <a:pt x="42680" y="8808"/>
                    <a:pt x="55015" y="16164"/>
                    <a:pt x="67394" y="23447"/>
                  </a:cubicBezTo>
                  <a:cubicBezTo>
                    <a:pt x="82894" y="32570"/>
                    <a:pt x="98400" y="41688"/>
                    <a:pt x="113889" y="50828"/>
                  </a:cubicBezTo>
                  <a:cubicBezTo>
                    <a:pt x="117402" y="52898"/>
                    <a:pt x="118940" y="56584"/>
                    <a:pt x="117251" y="59649"/>
                  </a:cubicBezTo>
                  <a:cubicBezTo>
                    <a:pt x="116428" y="61143"/>
                    <a:pt x="114963" y="62491"/>
                    <a:pt x="113475" y="63369"/>
                  </a:cubicBezTo>
                  <a:cubicBezTo>
                    <a:pt x="91173" y="76464"/>
                    <a:pt x="68820" y="89475"/>
                    <a:pt x="46479" y="102503"/>
                  </a:cubicBezTo>
                  <a:cubicBezTo>
                    <a:pt x="41964" y="105138"/>
                    <a:pt x="37467" y="107812"/>
                    <a:pt x="32919" y="110391"/>
                  </a:cubicBezTo>
                  <a:cubicBezTo>
                    <a:pt x="31868" y="110989"/>
                    <a:pt x="31510" y="111683"/>
                    <a:pt x="31510" y="112874"/>
                  </a:cubicBezTo>
                  <a:cubicBezTo>
                    <a:pt x="31543" y="137794"/>
                    <a:pt x="31532" y="162709"/>
                    <a:pt x="31538" y="187629"/>
                  </a:cubicBezTo>
                  <a:cubicBezTo>
                    <a:pt x="31543" y="188166"/>
                    <a:pt x="31622" y="188709"/>
                    <a:pt x="31678" y="189481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48C7760-C426-CCF7-3159-2ED5B4F509F5}"/>
              </a:ext>
            </a:extLst>
          </p:cNvPr>
          <p:cNvGrpSpPr/>
          <p:nvPr/>
        </p:nvGrpSpPr>
        <p:grpSpPr>
          <a:xfrm>
            <a:off x="9127221" y="4120437"/>
            <a:ext cx="2582835" cy="289964"/>
            <a:chOff x="9292459" y="4268775"/>
            <a:chExt cx="2582835" cy="289964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4D47B8A8-2CDC-A635-E5F2-4050D7145D83}"/>
                </a:ext>
              </a:extLst>
            </p:cNvPr>
            <p:cNvSpPr txBox="1"/>
            <p:nvPr/>
          </p:nvSpPr>
          <p:spPr>
            <a:xfrm>
              <a:off x="9521906" y="4281740"/>
              <a:ext cx="23533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ora" pitchFamily="2" charset="0"/>
                  <a:cs typeface="Sora" pitchFamily="2" charset="0"/>
                </a:rPr>
                <a:t>Assumptions &amp; Constraints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120F03D-9324-63FC-C7D1-84780ECAE5B7}"/>
                </a:ext>
              </a:extLst>
            </p:cNvPr>
            <p:cNvGrpSpPr/>
            <p:nvPr/>
          </p:nvGrpSpPr>
          <p:grpSpPr>
            <a:xfrm>
              <a:off x="9292459" y="4268775"/>
              <a:ext cx="182389" cy="212774"/>
              <a:chOff x="9571666" y="4230284"/>
              <a:chExt cx="210347" cy="245390"/>
            </a:xfrm>
          </p:grpSpPr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724917C8-9A3A-0750-3D7B-2B1AC78B1A79}"/>
                  </a:ext>
                </a:extLst>
              </p:cNvPr>
              <p:cNvSpPr/>
              <p:nvPr/>
            </p:nvSpPr>
            <p:spPr>
              <a:xfrm>
                <a:off x="9571666" y="4230284"/>
                <a:ext cx="210347" cy="245390"/>
              </a:xfrm>
              <a:custGeom>
                <a:avLst/>
                <a:gdLst>
                  <a:gd name="connsiteX0" fmla="*/ 88392 w 210347"/>
                  <a:gd name="connsiteY0" fmla="*/ 0 h 245390"/>
                  <a:gd name="connsiteX1" fmla="*/ 101340 w 210347"/>
                  <a:gd name="connsiteY1" fmla="*/ 0 h 245390"/>
                  <a:gd name="connsiteX2" fmla="*/ 110771 w 210347"/>
                  <a:gd name="connsiteY2" fmla="*/ 1384 h 245390"/>
                  <a:gd name="connsiteX3" fmla="*/ 189693 w 210347"/>
                  <a:gd name="connsiteY3" fmla="*/ 91402 h 245390"/>
                  <a:gd name="connsiteX4" fmla="*/ 190852 w 210347"/>
                  <a:gd name="connsiteY4" fmla="*/ 96701 h 245390"/>
                  <a:gd name="connsiteX5" fmla="*/ 209483 w 210347"/>
                  <a:gd name="connsiteY5" fmla="*/ 141059 h 245390"/>
                  <a:gd name="connsiteX6" fmla="*/ 210348 w 210347"/>
                  <a:gd name="connsiteY6" fmla="*/ 143404 h 245390"/>
                  <a:gd name="connsiteX7" fmla="*/ 185240 w 210347"/>
                  <a:gd name="connsiteY7" fmla="*/ 150791 h 245390"/>
                  <a:gd name="connsiteX8" fmla="*/ 185221 w 210347"/>
                  <a:gd name="connsiteY8" fmla="*/ 175969 h 245390"/>
                  <a:gd name="connsiteX9" fmla="*/ 150036 w 210347"/>
                  <a:gd name="connsiteY9" fmla="*/ 212947 h 245390"/>
                  <a:gd name="connsiteX10" fmla="*/ 138146 w 210347"/>
                  <a:gd name="connsiteY10" fmla="*/ 212979 h 245390"/>
                  <a:gd name="connsiteX11" fmla="*/ 138146 w 210347"/>
                  <a:gd name="connsiteY11" fmla="*/ 245390 h 245390"/>
                  <a:gd name="connsiteX12" fmla="*/ 36102 w 210347"/>
                  <a:gd name="connsiteY12" fmla="*/ 245390 h 245390"/>
                  <a:gd name="connsiteX13" fmla="*/ 36102 w 210347"/>
                  <a:gd name="connsiteY13" fmla="*/ 242437 h 245390"/>
                  <a:gd name="connsiteX14" fmla="*/ 36044 w 210347"/>
                  <a:gd name="connsiteY14" fmla="*/ 171702 h 245390"/>
                  <a:gd name="connsiteX15" fmla="*/ 34693 w 210347"/>
                  <a:gd name="connsiteY15" fmla="*/ 168486 h 245390"/>
                  <a:gd name="connsiteX16" fmla="*/ 1590 w 210347"/>
                  <a:gd name="connsiteY16" fmla="*/ 77551 h 245390"/>
                  <a:gd name="connsiteX17" fmla="*/ 73561 w 210347"/>
                  <a:gd name="connsiteY17" fmla="*/ 2460 h 245390"/>
                  <a:gd name="connsiteX18" fmla="*/ 88392 w 210347"/>
                  <a:gd name="connsiteY18" fmla="*/ 0 h 245390"/>
                  <a:gd name="connsiteX19" fmla="*/ 94799 w 210347"/>
                  <a:gd name="connsiteY19" fmla="*/ 159517 h 245390"/>
                  <a:gd name="connsiteX20" fmla="*/ 157980 w 210347"/>
                  <a:gd name="connsiteY20" fmla="*/ 96463 h 245390"/>
                  <a:gd name="connsiteX21" fmla="*/ 94882 w 210347"/>
                  <a:gd name="connsiteY21" fmla="*/ 33109 h 245390"/>
                  <a:gd name="connsiteX22" fmla="*/ 31714 w 210347"/>
                  <a:gd name="connsiteY22" fmla="*/ 96143 h 245390"/>
                  <a:gd name="connsiteX23" fmla="*/ 94799 w 210347"/>
                  <a:gd name="connsiteY23" fmla="*/ 159517 h 245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0347" h="245390">
                    <a:moveTo>
                      <a:pt x="88392" y="0"/>
                    </a:moveTo>
                    <a:cubicBezTo>
                      <a:pt x="92710" y="0"/>
                      <a:pt x="97022" y="0"/>
                      <a:pt x="101340" y="0"/>
                    </a:cubicBezTo>
                    <a:cubicBezTo>
                      <a:pt x="104486" y="461"/>
                      <a:pt x="107631" y="884"/>
                      <a:pt x="110771" y="1384"/>
                    </a:cubicBezTo>
                    <a:cubicBezTo>
                      <a:pt x="154681" y="8463"/>
                      <a:pt x="188386" y="46947"/>
                      <a:pt x="189693" y="91402"/>
                    </a:cubicBezTo>
                    <a:cubicBezTo>
                      <a:pt x="189744" y="93183"/>
                      <a:pt x="190167" y="95048"/>
                      <a:pt x="190852" y="96701"/>
                    </a:cubicBezTo>
                    <a:cubicBezTo>
                      <a:pt x="197009" y="111512"/>
                      <a:pt x="203262" y="126280"/>
                      <a:pt x="209483" y="141059"/>
                    </a:cubicBezTo>
                    <a:cubicBezTo>
                      <a:pt x="209777" y="141764"/>
                      <a:pt x="210014" y="142495"/>
                      <a:pt x="210348" y="143404"/>
                    </a:cubicBezTo>
                    <a:cubicBezTo>
                      <a:pt x="201859" y="145903"/>
                      <a:pt x="193562" y="148344"/>
                      <a:pt x="185240" y="150791"/>
                    </a:cubicBezTo>
                    <a:cubicBezTo>
                      <a:pt x="185240" y="159350"/>
                      <a:pt x="185324" y="167660"/>
                      <a:pt x="185221" y="175969"/>
                    </a:cubicBezTo>
                    <a:cubicBezTo>
                      <a:pt x="184990" y="195393"/>
                      <a:pt x="169410" y="211781"/>
                      <a:pt x="150036" y="212947"/>
                    </a:cubicBezTo>
                    <a:cubicBezTo>
                      <a:pt x="146180" y="213178"/>
                      <a:pt x="142297" y="212979"/>
                      <a:pt x="138146" y="212979"/>
                    </a:cubicBezTo>
                    <a:cubicBezTo>
                      <a:pt x="138146" y="223467"/>
                      <a:pt x="138146" y="234448"/>
                      <a:pt x="138146" y="245390"/>
                    </a:cubicBezTo>
                    <a:cubicBezTo>
                      <a:pt x="104012" y="245390"/>
                      <a:pt x="70159" y="245390"/>
                      <a:pt x="36102" y="245390"/>
                    </a:cubicBezTo>
                    <a:cubicBezTo>
                      <a:pt x="36102" y="244320"/>
                      <a:pt x="36102" y="243379"/>
                      <a:pt x="36102" y="242437"/>
                    </a:cubicBezTo>
                    <a:cubicBezTo>
                      <a:pt x="36102" y="218861"/>
                      <a:pt x="36121" y="195278"/>
                      <a:pt x="36044" y="171702"/>
                    </a:cubicBezTo>
                    <a:cubicBezTo>
                      <a:pt x="36038" y="170613"/>
                      <a:pt x="35494" y="169178"/>
                      <a:pt x="34693" y="168486"/>
                    </a:cubicBezTo>
                    <a:cubicBezTo>
                      <a:pt x="6843" y="144282"/>
                      <a:pt x="-4471" y="113953"/>
                      <a:pt x="1590" y="77551"/>
                    </a:cubicBezTo>
                    <a:cubicBezTo>
                      <a:pt x="7683" y="40964"/>
                      <a:pt x="37275" y="10347"/>
                      <a:pt x="73561" y="2460"/>
                    </a:cubicBezTo>
                    <a:cubicBezTo>
                      <a:pt x="78449" y="1397"/>
                      <a:pt x="83447" y="807"/>
                      <a:pt x="88392" y="0"/>
                    </a:cubicBezTo>
                    <a:close/>
                    <a:moveTo>
                      <a:pt x="94799" y="159517"/>
                    </a:moveTo>
                    <a:cubicBezTo>
                      <a:pt x="129593" y="159562"/>
                      <a:pt x="157897" y="131309"/>
                      <a:pt x="157980" y="96463"/>
                    </a:cubicBezTo>
                    <a:cubicBezTo>
                      <a:pt x="158057" y="61503"/>
                      <a:pt x="129798" y="33128"/>
                      <a:pt x="94882" y="33109"/>
                    </a:cubicBezTo>
                    <a:cubicBezTo>
                      <a:pt x="60050" y="33090"/>
                      <a:pt x="31823" y="61266"/>
                      <a:pt x="31714" y="96143"/>
                    </a:cubicBezTo>
                    <a:cubicBezTo>
                      <a:pt x="31605" y="131084"/>
                      <a:pt x="59870" y="159478"/>
                      <a:pt x="94799" y="159517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6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1E032172-5188-318B-6879-07EFE83D5C25}"/>
                  </a:ext>
                </a:extLst>
              </p:cNvPr>
              <p:cNvSpPr/>
              <p:nvPr/>
            </p:nvSpPr>
            <p:spPr>
              <a:xfrm>
                <a:off x="9617762" y="4277794"/>
                <a:ext cx="97496" cy="97618"/>
              </a:xfrm>
              <a:custGeom>
                <a:avLst/>
                <a:gdLst>
                  <a:gd name="connsiteX0" fmla="*/ 48620 w 97496"/>
                  <a:gd name="connsiteY0" fmla="*/ 97618 h 97618"/>
                  <a:gd name="connsiteX1" fmla="*/ 1 w 97496"/>
                  <a:gd name="connsiteY1" fmla="*/ 48434 h 97618"/>
                  <a:gd name="connsiteX2" fmla="*/ 49107 w 97496"/>
                  <a:gd name="connsiteY2" fmla="*/ 1 h 97618"/>
                  <a:gd name="connsiteX3" fmla="*/ 97496 w 97496"/>
                  <a:gd name="connsiteY3" fmla="*/ 49165 h 97618"/>
                  <a:gd name="connsiteX4" fmla="*/ 48620 w 97496"/>
                  <a:gd name="connsiteY4" fmla="*/ 97618 h 97618"/>
                  <a:gd name="connsiteX5" fmla="*/ 56776 w 97496"/>
                  <a:gd name="connsiteY5" fmla="*/ 64092 h 97618"/>
                  <a:gd name="connsiteX6" fmla="*/ 56757 w 97496"/>
                  <a:gd name="connsiteY6" fmla="*/ 59069 h 97618"/>
                  <a:gd name="connsiteX7" fmla="*/ 60505 w 97496"/>
                  <a:gd name="connsiteY7" fmla="*/ 49927 h 97618"/>
                  <a:gd name="connsiteX8" fmla="*/ 67347 w 97496"/>
                  <a:gd name="connsiteY8" fmla="*/ 42893 h 97618"/>
                  <a:gd name="connsiteX9" fmla="*/ 59415 w 97496"/>
                  <a:gd name="connsiteY9" fmla="*/ 12385 h 97618"/>
                  <a:gd name="connsiteX10" fmla="*/ 51728 w 97496"/>
                  <a:gd name="connsiteY10" fmla="*/ 10770 h 97618"/>
                  <a:gd name="connsiteX11" fmla="*/ 25794 w 97496"/>
                  <a:gd name="connsiteY11" fmla="*/ 33065 h 97618"/>
                  <a:gd name="connsiteX12" fmla="*/ 41900 w 97496"/>
                  <a:gd name="connsiteY12" fmla="*/ 33065 h 97618"/>
                  <a:gd name="connsiteX13" fmla="*/ 44680 w 97496"/>
                  <a:gd name="connsiteY13" fmla="*/ 27069 h 97618"/>
                  <a:gd name="connsiteX14" fmla="*/ 54662 w 97496"/>
                  <a:gd name="connsiteY14" fmla="*/ 28376 h 97618"/>
                  <a:gd name="connsiteX15" fmla="*/ 53208 w 97496"/>
                  <a:gd name="connsiteY15" fmla="*/ 37063 h 97618"/>
                  <a:gd name="connsiteX16" fmla="*/ 46013 w 97496"/>
                  <a:gd name="connsiteY16" fmla="*/ 44424 h 97618"/>
                  <a:gd name="connsiteX17" fmla="*/ 40939 w 97496"/>
                  <a:gd name="connsiteY17" fmla="*/ 64092 h 97618"/>
                  <a:gd name="connsiteX18" fmla="*/ 56776 w 97496"/>
                  <a:gd name="connsiteY18" fmla="*/ 64092 h 97618"/>
                  <a:gd name="connsiteX19" fmla="*/ 48902 w 97496"/>
                  <a:gd name="connsiteY19" fmla="*/ 86887 h 97618"/>
                  <a:gd name="connsiteX20" fmla="*/ 58237 w 97496"/>
                  <a:gd name="connsiteY20" fmla="*/ 77764 h 97618"/>
                  <a:gd name="connsiteX21" fmla="*/ 49114 w 97496"/>
                  <a:gd name="connsiteY21" fmla="*/ 68429 h 97618"/>
                  <a:gd name="connsiteX22" fmla="*/ 39779 w 97496"/>
                  <a:gd name="connsiteY22" fmla="*/ 77552 h 97618"/>
                  <a:gd name="connsiteX23" fmla="*/ 48902 w 97496"/>
                  <a:gd name="connsiteY23" fmla="*/ 86887 h 97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97496" h="97618">
                    <a:moveTo>
                      <a:pt x="48620" y="97618"/>
                    </a:moveTo>
                    <a:cubicBezTo>
                      <a:pt x="21559" y="97477"/>
                      <a:pt x="-178" y="75483"/>
                      <a:pt x="1" y="48434"/>
                    </a:cubicBezTo>
                    <a:cubicBezTo>
                      <a:pt x="180" y="21514"/>
                      <a:pt x="22161" y="-159"/>
                      <a:pt x="49107" y="1"/>
                    </a:cubicBezTo>
                    <a:cubicBezTo>
                      <a:pt x="75964" y="161"/>
                      <a:pt x="97637" y="22180"/>
                      <a:pt x="97496" y="49165"/>
                    </a:cubicBezTo>
                    <a:cubicBezTo>
                      <a:pt x="97355" y="75919"/>
                      <a:pt x="75323" y="97758"/>
                      <a:pt x="48620" y="97618"/>
                    </a:cubicBezTo>
                    <a:close/>
                    <a:moveTo>
                      <a:pt x="56776" y="64092"/>
                    </a:moveTo>
                    <a:cubicBezTo>
                      <a:pt x="56776" y="62247"/>
                      <a:pt x="56859" y="60652"/>
                      <a:pt x="56757" y="59069"/>
                    </a:cubicBezTo>
                    <a:cubicBezTo>
                      <a:pt x="56520" y="55392"/>
                      <a:pt x="57743" y="52432"/>
                      <a:pt x="60505" y="49927"/>
                    </a:cubicBezTo>
                    <a:cubicBezTo>
                      <a:pt x="62920" y="47736"/>
                      <a:pt x="65124" y="45295"/>
                      <a:pt x="67347" y="42893"/>
                    </a:cubicBezTo>
                    <a:cubicBezTo>
                      <a:pt x="75579" y="33994"/>
                      <a:pt x="72716" y="16895"/>
                      <a:pt x="59415" y="12385"/>
                    </a:cubicBezTo>
                    <a:cubicBezTo>
                      <a:pt x="56949" y="11552"/>
                      <a:pt x="54322" y="11014"/>
                      <a:pt x="51728" y="10770"/>
                    </a:cubicBezTo>
                    <a:cubicBezTo>
                      <a:pt x="37889" y="9470"/>
                      <a:pt x="26550" y="19214"/>
                      <a:pt x="25794" y="33065"/>
                    </a:cubicBezTo>
                    <a:cubicBezTo>
                      <a:pt x="31265" y="33065"/>
                      <a:pt x="36730" y="33065"/>
                      <a:pt x="41900" y="33065"/>
                    </a:cubicBezTo>
                    <a:cubicBezTo>
                      <a:pt x="42874" y="30919"/>
                      <a:pt x="43470" y="28773"/>
                      <a:pt x="44680" y="27069"/>
                    </a:cubicBezTo>
                    <a:cubicBezTo>
                      <a:pt x="47454" y="23193"/>
                      <a:pt x="52913" y="23942"/>
                      <a:pt x="54662" y="28376"/>
                    </a:cubicBezTo>
                    <a:cubicBezTo>
                      <a:pt x="55885" y="31476"/>
                      <a:pt x="55623" y="34513"/>
                      <a:pt x="53208" y="37063"/>
                    </a:cubicBezTo>
                    <a:cubicBezTo>
                      <a:pt x="50850" y="39561"/>
                      <a:pt x="48614" y="42207"/>
                      <a:pt x="46013" y="44424"/>
                    </a:cubicBezTo>
                    <a:cubicBezTo>
                      <a:pt x="39632" y="49869"/>
                      <a:pt x="40728" y="57000"/>
                      <a:pt x="40939" y="64092"/>
                    </a:cubicBezTo>
                    <a:cubicBezTo>
                      <a:pt x="46276" y="64092"/>
                      <a:pt x="51356" y="64092"/>
                      <a:pt x="56776" y="64092"/>
                    </a:cubicBezTo>
                    <a:close/>
                    <a:moveTo>
                      <a:pt x="48902" y="86887"/>
                    </a:moveTo>
                    <a:cubicBezTo>
                      <a:pt x="54220" y="86931"/>
                      <a:pt x="58192" y="83049"/>
                      <a:pt x="58237" y="77764"/>
                    </a:cubicBezTo>
                    <a:cubicBezTo>
                      <a:pt x="58282" y="72446"/>
                      <a:pt x="54399" y="68474"/>
                      <a:pt x="49114" y="68429"/>
                    </a:cubicBezTo>
                    <a:cubicBezTo>
                      <a:pt x="43790" y="68391"/>
                      <a:pt x="39824" y="72260"/>
                      <a:pt x="39779" y="77552"/>
                    </a:cubicBezTo>
                    <a:cubicBezTo>
                      <a:pt x="39741" y="82876"/>
                      <a:pt x="43611" y="86842"/>
                      <a:pt x="48902" y="86887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6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ABC97900-9D6F-60E3-3CBC-2A388BAEF84E}"/>
              </a:ext>
            </a:extLst>
          </p:cNvPr>
          <p:cNvSpPr txBox="1"/>
          <p:nvPr/>
        </p:nvSpPr>
        <p:spPr>
          <a:xfrm>
            <a:off x="378634" y="5650562"/>
            <a:ext cx="2497405" cy="249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Project Manager</a:t>
            </a:r>
            <a:endParaRPr lang="en-IN" sz="900" b="1">
              <a:latin typeface="Sora" pitchFamily="2" charset="0"/>
              <a:cs typeface="Sora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DD1FE37-30A6-0E8F-CB64-E213B46AC8F7}"/>
              </a:ext>
            </a:extLst>
          </p:cNvPr>
          <p:cNvSpPr txBox="1"/>
          <p:nvPr/>
        </p:nvSpPr>
        <p:spPr>
          <a:xfrm>
            <a:off x="391326" y="5918969"/>
            <a:ext cx="2220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  <a:latin typeface="sora"/>
              </a:rPr>
              <a:t>Dr. Ali Assi (axacad5@rit.edu)</a:t>
            </a:r>
            <a:endParaRPr lang="en-IN" sz="900">
              <a:solidFill>
                <a:schemeClr val="bg1">
                  <a:lumMod val="50000"/>
                </a:schemeClr>
              </a:solidFill>
              <a:latin typeface="sora"/>
              <a:ea typeface="+mn-lt"/>
              <a:cs typeface="+mn-lt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E5ADF76-F492-C554-416B-54EFAD76EF01}"/>
              </a:ext>
            </a:extLst>
          </p:cNvPr>
          <p:cNvSpPr txBox="1"/>
          <p:nvPr/>
        </p:nvSpPr>
        <p:spPr>
          <a:xfrm>
            <a:off x="3216758" y="5784929"/>
            <a:ext cx="2144296" cy="4159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defRPr>
            </a:lvl1pPr>
          </a:lstStyle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Sora"/>
                <a:cs typeface="Sora"/>
              </a:rPr>
              <a:t>Name : Mr. Qusai Hasan</a:t>
            </a:r>
            <a:endParaRPr lang="en-IN" b="0" dirty="0">
              <a:solidFill>
                <a:schemeClr val="tx1">
                  <a:lumMod val="50000"/>
                  <a:lumOff val="50000"/>
                </a:schemeClr>
              </a:solidFill>
              <a:latin typeface="Sora SemiBold"/>
              <a:cs typeface="Sora SemiBold"/>
            </a:endParaRPr>
          </a:p>
          <a:p>
            <a:pPr>
              <a:lnSpc>
                <a:spcPts val="1300"/>
              </a:lnSpc>
            </a:pPr>
            <a:r>
              <a:rPr lang="en-IN" b="0" dirty="0">
                <a:solidFill>
                  <a:schemeClr val="tx1">
                    <a:lumMod val="50000"/>
                    <a:lumOff val="50000"/>
                  </a:schemeClr>
                </a:solidFill>
                <a:latin typeface="Sora"/>
                <a:cs typeface="Sora"/>
              </a:rPr>
              <a:t>Designation : Product Owner</a:t>
            </a:r>
            <a:endParaRPr lang="en-IN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9" name="Chart 88">
            <a:extLst>
              <a:ext uri="{FF2B5EF4-FFF2-40B4-BE49-F238E27FC236}">
                <a16:creationId xmlns:a16="http://schemas.microsoft.com/office/drawing/2014/main" id="{037FD72C-F9B8-D2A0-0869-F5FCB4CAD1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2594637"/>
              </p:ext>
            </p:extLst>
          </p:nvPr>
        </p:nvGraphicFramePr>
        <p:xfrm>
          <a:off x="8772243" y="1624268"/>
          <a:ext cx="3103050" cy="2232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6" name="Oval 95">
            <a:extLst>
              <a:ext uri="{FF2B5EF4-FFF2-40B4-BE49-F238E27FC236}">
                <a16:creationId xmlns:a16="http://schemas.microsoft.com/office/drawing/2014/main" id="{3EE41B7B-958F-5855-BA4C-9B3940D33208}"/>
              </a:ext>
            </a:extLst>
          </p:cNvPr>
          <p:cNvSpPr/>
          <p:nvPr/>
        </p:nvSpPr>
        <p:spPr>
          <a:xfrm>
            <a:off x="9989354" y="2187781"/>
            <a:ext cx="665084" cy="66508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0AF2F80-9607-1D30-2CA3-6C5C887D45FE}"/>
              </a:ext>
            </a:extLst>
          </p:cNvPr>
          <p:cNvSpPr txBox="1"/>
          <p:nvPr/>
        </p:nvSpPr>
        <p:spPr>
          <a:xfrm>
            <a:off x="9937027" y="2287025"/>
            <a:ext cx="777652" cy="22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IN" sz="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ra" pitchFamily="2" charset="0"/>
                <a:cs typeface="Sora" pitchFamily="2" charset="0"/>
              </a:rPr>
              <a:t>Total Budget</a:t>
            </a:r>
            <a:endParaRPr lang="en-IN" sz="600" b="1" dirty="0">
              <a:solidFill>
                <a:schemeClr val="tx1">
                  <a:lumMod val="75000"/>
                  <a:lumOff val="25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EA65A46-7E3F-1F60-2607-F97B73A5F017}"/>
              </a:ext>
            </a:extLst>
          </p:cNvPr>
          <p:cNvSpPr txBox="1"/>
          <p:nvPr/>
        </p:nvSpPr>
        <p:spPr>
          <a:xfrm>
            <a:off x="9924894" y="2504439"/>
            <a:ext cx="777652" cy="229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IN" sz="9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ra" pitchFamily="2" charset="0"/>
                <a:cs typeface="Sora" pitchFamily="2" charset="0"/>
              </a:rPr>
              <a:t>1200 </a:t>
            </a:r>
            <a:r>
              <a:rPr lang="en-IN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AED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535CFFC-9E0B-4DE3-62F9-903FF79D96F7}"/>
              </a:ext>
            </a:extLst>
          </p:cNvPr>
          <p:cNvSpPr txBox="1"/>
          <p:nvPr/>
        </p:nvSpPr>
        <p:spPr>
          <a:xfrm>
            <a:off x="9989354" y="2982494"/>
            <a:ext cx="588851" cy="219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IN" sz="600" b="1" i="0" dirty="0">
                <a:solidFill>
                  <a:schemeClr val="bg1"/>
                </a:solidFill>
                <a:effectLst/>
                <a:latin typeface="Sora" pitchFamily="2" charset="0"/>
                <a:cs typeface="Sora" pitchFamily="2" charset="0"/>
              </a:rPr>
              <a:t>900 </a:t>
            </a:r>
            <a:r>
              <a:rPr lang="en-IN" sz="600" b="1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AED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1CFDE0C-8291-A0A9-EB09-1FEF204F77B0}"/>
              </a:ext>
            </a:extLst>
          </p:cNvPr>
          <p:cNvSpPr txBox="1"/>
          <p:nvPr/>
        </p:nvSpPr>
        <p:spPr>
          <a:xfrm>
            <a:off x="10523376" y="2081656"/>
            <a:ext cx="588851" cy="219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IN" sz="600" b="1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100</a:t>
            </a:r>
            <a:r>
              <a:rPr lang="en-IN" sz="600" b="1" i="0" dirty="0">
                <a:solidFill>
                  <a:schemeClr val="bg1"/>
                </a:solidFill>
                <a:effectLst/>
                <a:latin typeface="Sora" pitchFamily="2" charset="0"/>
                <a:cs typeface="Sora" pitchFamily="2" charset="0"/>
              </a:rPr>
              <a:t> </a:t>
            </a:r>
            <a:r>
              <a:rPr lang="en-IN" sz="600" b="1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AED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A4FC189-DC1D-21A6-C2DC-3EFA776ABF5A}"/>
              </a:ext>
            </a:extLst>
          </p:cNvPr>
          <p:cNvSpPr txBox="1"/>
          <p:nvPr/>
        </p:nvSpPr>
        <p:spPr>
          <a:xfrm>
            <a:off x="10128158" y="1843194"/>
            <a:ext cx="588851" cy="219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IN" sz="600" b="1" i="0" dirty="0">
                <a:solidFill>
                  <a:schemeClr val="bg1"/>
                </a:solidFill>
                <a:effectLst/>
                <a:latin typeface="Sora" pitchFamily="2" charset="0"/>
                <a:cs typeface="Sora" pitchFamily="2" charset="0"/>
              </a:rPr>
              <a:t>200 </a:t>
            </a:r>
            <a:r>
              <a:rPr lang="en-IN" sz="600" b="1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AED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EE08690-65D9-46C0-A800-B2D9AB68575F}"/>
              </a:ext>
            </a:extLst>
          </p:cNvPr>
          <p:cNvSpPr txBox="1"/>
          <p:nvPr/>
        </p:nvSpPr>
        <p:spPr>
          <a:xfrm>
            <a:off x="348975" y="3530880"/>
            <a:ext cx="2497405" cy="27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Project Title</a:t>
            </a:r>
            <a:endParaRPr lang="en-IN" sz="900" b="1">
              <a:latin typeface="Sora" pitchFamily="2" charset="0"/>
              <a:cs typeface="Sora" pitchFamily="2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F6882AB-6CA6-92A4-54F4-8DC9BB414087}"/>
              </a:ext>
            </a:extLst>
          </p:cNvPr>
          <p:cNvSpPr txBox="1"/>
          <p:nvPr/>
        </p:nvSpPr>
        <p:spPr>
          <a:xfrm>
            <a:off x="348975" y="3749674"/>
            <a:ext cx="2497405" cy="415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sora"/>
              </a:rPr>
              <a:t>CourseGenie+: Academic Workflow Automation System</a:t>
            </a:r>
            <a:endParaRPr lang="en-IN" sz="900" b="1" dirty="0">
              <a:solidFill>
                <a:schemeClr val="bg1">
                  <a:lumMod val="50000"/>
                </a:schemeClr>
              </a:solidFill>
              <a:latin typeface="sora"/>
              <a:cs typeface="Sora SemiBold" pitchFamily="2" charset="0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E1DD510-6C21-5B1F-93BC-71832F8BFCE1}"/>
              </a:ext>
            </a:extLst>
          </p:cNvPr>
          <p:cNvGrpSpPr/>
          <p:nvPr/>
        </p:nvGrpSpPr>
        <p:grpSpPr>
          <a:xfrm>
            <a:off x="9127221" y="1427950"/>
            <a:ext cx="1964684" cy="277761"/>
            <a:chOff x="9274191" y="1418523"/>
            <a:chExt cx="1964684" cy="277761"/>
          </a:xfrm>
        </p:grpSpPr>
        <p:grpSp>
          <p:nvGrpSpPr>
            <p:cNvPr id="49" name="Graphic 45">
              <a:extLst>
                <a:ext uri="{FF2B5EF4-FFF2-40B4-BE49-F238E27FC236}">
                  <a16:creationId xmlns:a16="http://schemas.microsoft.com/office/drawing/2014/main" id="{EB3E95C3-8490-58B3-CFE5-1165F194D29E}"/>
                </a:ext>
              </a:extLst>
            </p:cNvPr>
            <p:cNvGrpSpPr/>
            <p:nvPr/>
          </p:nvGrpSpPr>
          <p:grpSpPr>
            <a:xfrm>
              <a:off x="9274191" y="1418523"/>
              <a:ext cx="200657" cy="207926"/>
              <a:chOff x="9592194" y="1401867"/>
              <a:chExt cx="200657" cy="207926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8F363376-90DE-6FBF-FF9A-0060CBB0FE20}"/>
                  </a:ext>
                </a:extLst>
              </p:cNvPr>
              <p:cNvSpPr/>
              <p:nvPr/>
            </p:nvSpPr>
            <p:spPr>
              <a:xfrm>
                <a:off x="9592194" y="1427122"/>
                <a:ext cx="145026" cy="182671"/>
              </a:xfrm>
              <a:custGeom>
                <a:avLst/>
                <a:gdLst>
                  <a:gd name="connsiteX0" fmla="*/ 85702 w 145026"/>
                  <a:gd name="connsiteY0" fmla="*/ 182671 h 182671"/>
                  <a:gd name="connsiteX1" fmla="*/ 75093 w 145026"/>
                  <a:gd name="connsiteY1" fmla="*/ 181141 h 182671"/>
                  <a:gd name="connsiteX2" fmla="*/ 29299 w 145026"/>
                  <a:gd name="connsiteY2" fmla="*/ 158241 h 182671"/>
                  <a:gd name="connsiteX3" fmla="*/ 1038 w 145026"/>
                  <a:gd name="connsiteY3" fmla="*/ 104997 h 182671"/>
                  <a:gd name="connsiteX4" fmla="*/ 29288 w 145026"/>
                  <a:gd name="connsiteY4" fmla="*/ 24279 h 182671"/>
                  <a:gd name="connsiteX5" fmla="*/ 78078 w 145026"/>
                  <a:gd name="connsiteY5" fmla="*/ 858 h 182671"/>
                  <a:gd name="connsiteX6" fmla="*/ 86760 w 145026"/>
                  <a:gd name="connsiteY6" fmla="*/ 11 h 182671"/>
                  <a:gd name="connsiteX7" fmla="*/ 91275 w 145026"/>
                  <a:gd name="connsiteY7" fmla="*/ 3924 h 182671"/>
                  <a:gd name="connsiteX8" fmla="*/ 91313 w 145026"/>
                  <a:gd name="connsiteY8" fmla="*/ 23399 h 182671"/>
                  <a:gd name="connsiteX9" fmla="*/ 24757 w 145026"/>
                  <a:gd name="connsiteY9" fmla="*/ 81121 h 182671"/>
                  <a:gd name="connsiteX10" fmla="*/ 56838 w 145026"/>
                  <a:gd name="connsiteY10" fmla="*/ 148772 h 182671"/>
                  <a:gd name="connsiteX11" fmla="*/ 132326 w 145026"/>
                  <a:gd name="connsiteY11" fmla="*/ 145001 h 182671"/>
                  <a:gd name="connsiteX12" fmla="*/ 132809 w 145026"/>
                  <a:gd name="connsiteY12" fmla="*/ 145961 h 182671"/>
                  <a:gd name="connsiteX13" fmla="*/ 143727 w 145026"/>
                  <a:gd name="connsiteY13" fmla="*/ 160103 h 182671"/>
                  <a:gd name="connsiteX14" fmla="*/ 142549 w 145026"/>
                  <a:gd name="connsiteY14" fmla="*/ 166962 h 182671"/>
                  <a:gd name="connsiteX15" fmla="*/ 98850 w 145026"/>
                  <a:gd name="connsiteY15" fmla="*/ 182335 h 182671"/>
                  <a:gd name="connsiteX16" fmla="*/ 97076 w 145026"/>
                  <a:gd name="connsiteY16" fmla="*/ 182671 h 182671"/>
                  <a:gd name="connsiteX17" fmla="*/ 85702 w 145026"/>
                  <a:gd name="connsiteY17" fmla="*/ 182671 h 182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026" h="182671">
                    <a:moveTo>
                      <a:pt x="85702" y="182671"/>
                    </a:moveTo>
                    <a:cubicBezTo>
                      <a:pt x="82164" y="182166"/>
                      <a:pt x="78609" y="181765"/>
                      <a:pt x="75093" y="181141"/>
                    </a:cubicBezTo>
                    <a:cubicBezTo>
                      <a:pt x="57576" y="178026"/>
                      <a:pt x="42306" y="170321"/>
                      <a:pt x="29299" y="158241"/>
                    </a:cubicBezTo>
                    <a:cubicBezTo>
                      <a:pt x="13736" y="143785"/>
                      <a:pt x="3952" y="126024"/>
                      <a:pt x="1038" y="104997"/>
                    </a:cubicBezTo>
                    <a:cubicBezTo>
                      <a:pt x="-3341" y="73410"/>
                      <a:pt x="6144" y="46288"/>
                      <a:pt x="29288" y="24279"/>
                    </a:cubicBezTo>
                    <a:cubicBezTo>
                      <a:pt x="42958" y="11282"/>
                      <a:pt x="59438" y="3696"/>
                      <a:pt x="78078" y="858"/>
                    </a:cubicBezTo>
                    <a:cubicBezTo>
                      <a:pt x="80948" y="418"/>
                      <a:pt x="83857" y="201"/>
                      <a:pt x="86760" y="11"/>
                    </a:cubicBezTo>
                    <a:cubicBezTo>
                      <a:pt x="89278" y="-151"/>
                      <a:pt x="91237" y="1439"/>
                      <a:pt x="91275" y="3924"/>
                    </a:cubicBezTo>
                    <a:cubicBezTo>
                      <a:pt x="91389" y="10479"/>
                      <a:pt x="91313" y="17034"/>
                      <a:pt x="91313" y="23399"/>
                    </a:cubicBezTo>
                    <a:cubicBezTo>
                      <a:pt x="55314" y="26905"/>
                      <a:pt x="32262" y="45035"/>
                      <a:pt x="24757" y="81121"/>
                    </a:cubicBezTo>
                    <a:cubicBezTo>
                      <a:pt x="21371" y="110353"/>
                      <a:pt x="31795" y="133583"/>
                      <a:pt x="56838" y="148772"/>
                    </a:cubicBezTo>
                    <a:cubicBezTo>
                      <a:pt x="82104" y="164096"/>
                      <a:pt x="107505" y="161513"/>
                      <a:pt x="132326" y="145001"/>
                    </a:cubicBezTo>
                    <a:cubicBezTo>
                      <a:pt x="132386" y="145126"/>
                      <a:pt x="132527" y="145598"/>
                      <a:pt x="132809" y="145961"/>
                    </a:cubicBezTo>
                    <a:cubicBezTo>
                      <a:pt x="136439" y="150682"/>
                      <a:pt x="140108" y="155371"/>
                      <a:pt x="143727" y="160103"/>
                    </a:cubicBezTo>
                    <a:cubicBezTo>
                      <a:pt x="145789" y="162799"/>
                      <a:pt x="145398" y="165046"/>
                      <a:pt x="142549" y="166962"/>
                    </a:cubicBezTo>
                    <a:cubicBezTo>
                      <a:pt x="129309" y="175856"/>
                      <a:pt x="114766" y="181043"/>
                      <a:pt x="98850" y="182335"/>
                    </a:cubicBezTo>
                    <a:cubicBezTo>
                      <a:pt x="98253" y="182384"/>
                      <a:pt x="97667" y="182557"/>
                      <a:pt x="97076" y="182671"/>
                    </a:cubicBezTo>
                    <a:cubicBezTo>
                      <a:pt x="93283" y="182671"/>
                      <a:pt x="89495" y="182671"/>
                      <a:pt x="85702" y="182671"/>
                    </a:cubicBezTo>
                    <a:close/>
                  </a:path>
                </a:pathLst>
              </a:custGeom>
              <a:grpFill/>
              <a:ln w="5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968BF30-B6DF-CAF1-0B7D-8478811FB207}"/>
                  </a:ext>
                </a:extLst>
              </p:cNvPr>
              <p:cNvSpPr/>
              <p:nvPr/>
            </p:nvSpPr>
            <p:spPr>
              <a:xfrm>
                <a:off x="9628390" y="1463295"/>
                <a:ext cx="110179" cy="110227"/>
              </a:xfrm>
              <a:custGeom>
                <a:avLst/>
                <a:gdLst>
                  <a:gd name="connsiteX0" fmla="*/ 55106 w 110179"/>
                  <a:gd name="connsiteY0" fmla="*/ 0 h 110227"/>
                  <a:gd name="connsiteX1" fmla="*/ 110179 w 110179"/>
                  <a:gd name="connsiteY1" fmla="*/ 55198 h 110227"/>
                  <a:gd name="connsiteX2" fmla="*/ 55122 w 110179"/>
                  <a:gd name="connsiteY2" fmla="*/ 110227 h 110227"/>
                  <a:gd name="connsiteX3" fmla="*/ 0 w 110179"/>
                  <a:gd name="connsiteY3" fmla="*/ 55013 h 110227"/>
                  <a:gd name="connsiteX4" fmla="*/ 55106 w 110179"/>
                  <a:gd name="connsiteY4" fmla="*/ 0 h 110227"/>
                  <a:gd name="connsiteX5" fmla="*/ 61254 w 110179"/>
                  <a:gd name="connsiteY5" fmla="*/ 86004 h 110227"/>
                  <a:gd name="connsiteX6" fmla="*/ 64304 w 110179"/>
                  <a:gd name="connsiteY6" fmla="*/ 85619 h 110227"/>
                  <a:gd name="connsiteX7" fmla="*/ 80377 w 110179"/>
                  <a:gd name="connsiteY7" fmla="*/ 68248 h 110227"/>
                  <a:gd name="connsiteX8" fmla="*/ 65324 w 110179"/>
                  <a:gd name="connsiteY8" fmla="*/ 49451 h 110227"/>
                  <a:gd name="connsiteX9" fmla="*/ 49120 w 110179"/>
                  <a:gd name="connsiteY9" fmla="*/ 49006 h 110227"/>
                  <a:gd name="connsiteX10" fmla="*/ 42099 w 110179"/>
                  <a:gd name="connsiteY10" fmla="*/ 42809 h 110227"/>
                  <a:gd name="connsiteX11" fmla="*/ 49072 w 110179"/>
                  <a:gd name="connsiteY11" fmla="*/ 36563 h 110227"/>
                  <a:gd name="connsiteX12" fmla="*/ 60440 w 110179"/>
                  <a:gd name="connsiteY12" fmla="*/ 36547 h 110227"/>
                  <a:gd name="connsiteX13" fmla="*/ 67972 w 110179"/>
                  <a:gd name="connsiteY13" fmla="*/ 39467 h 110227"/>
                  <a:gd name="connsiteX14" fmla="*/ 76871 w 110179"/>
                  <a:gd name="connsiteY14" fmla="*/ 39646 h 110227"/>
                  <a:gd name="connsiteX15" fmla="*/ 76378 w 110179"/>
                  <a:gd name="connsiteY15" fmla="*/ 30611 h 110227"/>
                  <a:gd name="connsiteX16" fmla="*/ 61249 w 110179"/>
                  <a:gd name="connsiteY16" fmla="*/ 24267 h 110227"/>
                  <a:gd name="connsiteX17" fmla="*/ 61249 w 110179"/>
                  <a:gd name="connsiteY17" fmla="*/ 21972 h 110227"/>
                  <a:gd name="connsiteX18" fmla="*/ 55171 w 110179"/>
                  <a:gd name="connsiteY18" fmla="*/ 12421 h 110227"/>
                  <a:gd name="connsiteX19" fmla="*/ 49017 w 110179"/>
                  <a:gd name="connsiteY19" fmla="*/ 21847 h 110227"/>
                  <a:gd name="connsiteX20" fmla="*/ 49017 w 110179"/>
                  <a:gd name="connsiteY20" fmla="*/ 24202 h 110227"/>
                  <a:gd name="connsiteX21" fmla="*/ 46315 w 110179"/>
                  <a:gd name="connsiteY21" fmla="*/ 24549 h 110227"/>
                  <a:gd name="connsiteX22" fmla="*/ 29884 w 110179"/>
                  <a:gd name="connsiteY22" fmla="*/ 43797 h 110227"/>
                  <a:gd name="connsiteX23" fmla="*/ 48524 w 110179"/>
                  <a:gd name="connsiteY23" fmla="*/ 61205 h 110227"/>
                  <a:gd name="connsiteX24" fmla="*/ 61314 w 110179"/>
                  <a:gd name="connsiteY24" fmla="*/ 61216 h 110227"/>
                  <a:gd name="connsiteX25" fmla="*/ 68162 w 110179"/>
                  <a:gd name="connsiteY25" fmla="*/ 67407 h 110227"/>
                  <a:gd name="connsiteX26" fmla="*/ 61346 w 110179"/>
                  <a:gd name="connsiteY26" fmla="*/ 73642 h 110227"/>
                  <a:gd name="connsiteX27" fmla="*/ 50993 w 110179"/>
                  <a:gd name="connsiteY27" fmla="*/ 73669 h 110227"/>
                  <a:gd name="connsiteX28" fmla="*/ 41675 w 110179"/>
                  <a:gd name="connsiteY28" fmla="*/ 71542 h 110227"/>
                  <a:gd name="connsiteX29" fmla="*/ 33704 w 110179"/>
                  <a:gd name="connsiteY29" fmla="*/ 73767 h 110227"/>
                  <a:gd name="connsiteX30" fmla="*/ 35402 w 110179"/>
                  <a:gd name="connsiteY30" fmla="*/ 81891 h 110227"/>
                  <a:gd name="connsiteX31" fmla="*/ 44720 w 110179"/>
                  <a:gd name="connsiteY31" fmla="*/ 85597 h 110227"/>
                  <a:gd name="connsiteX32" fmla="*/ 49012 w 110179"/>
                  <a:gd name="connsiteY32" fmla="*/ 86063 h 110227"/>
                  <a:gd name="connsiteX33" fmla="*/ 49017 w 110179"/>
                  <a:gd name="connsiteY33" fmla="*/ 91468 h 110227"/>
                  <a:gd name="connsiteX34" fmla="*/ 55019 w 110179"/>
                  <a:gd name="connsiteY34" fmla="*/ 97790 h 110227"/>
                  <a:gd name="connsiteX35" fmla="*/ 61227 w 110179"/>
                  <a:gd name="connsiteY35" fmla="*/ 91430 h 110227"/>
                  <a:gd name="connsiteX36" fmla="*/ 61254 w 110179"/>
                  <a:gd name="connsiteY36" fmla="*/ 86004 h 110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10179" h="110227">
                    <a:moveTo>
                      <a:pt x="55106" y="0"/>
                    </a:moveTo>
                    <a:cubicBezTo>
                      <a:pt x="85505" y="0"/>
                      <a:pt x="110282" y="24837"/>
                      <a:pt x="110179" y="55198"/>
                    </a:cubicBezTo>
                    <a:cubicBezTo>
                      <a:pt x="110070" y="85597"/>
                      <a:pt x="85407" y="110249"/>
                      <a:pt x="55122" y="110227"/>
                    </a:cubicBezTo>
                    <a:cubicBezTo>
                      <a:pt x="24756" y="110206"/>
                      <a:pt x="-60" y="85347"/>
                      <a:pt x="0" y="55013"/>
                    </a:cubicBezTo>
                    <a:cubicBezTo>
                      <a:pt x="60" y="24734"/>
                      <a:pt x="24832" y="0"/>
                      <a:pt x="55106" y="0"/>
                    </a:cubicBezTo>
                    <a:close/>
                    <a:moveTo>
                      <a:pt x="61254" y="86004"/>
                    </a:moveTo>
                    <a:cubicBezTo>
                      <a:pt x="62426" y="85857"/>
                      <a:pt x="63365" y="85738"/>
                      <a:pt x="64304" y="85619"/>
                    </a:cubicBezTo>
                    <a:cubicBezTo>
                      <a:pt x="73301" y="84479"/>
                      <a:pt x="80127" y="77099"/>
                      <a:pt x="80377" y="68248"/>
                    </a:cubicBezTo>
                    <a:cubicBezTo>
                      <a:pt x="80643" y="58872"/>
                      <a:pt x="74435" y="50721"/>
                      <a:pt x="65324" y="49451"/>
                    </a:cubicBezTo>
                    <a:cubicBezTo>
                      <a:pt x="60006" y="48713"/>
                      <a:pt x="54531" y="49082"/>
                      <a:pt x="49120" y="49006"/>
                    </a:cubicBezTo>
                    <a:cubicBezTo>
                      <a:pt x="44888" y="48947"/>
                      <a:pt x="42115" y="46532"/>
                      <a:pt x="42099" y="42809"/>
                    </a:cubicBezTo>
                    <a:cubicBezTo>
                      <a:pt x="42088" y="39081"/>
                      <a:pt x="44828" y="36596"/>
                      <a:pt x="49072" y="36563"/>
                    </a:cubicBezTo>
                    <a:cubicBezTo>
                      <a:pt x="52859" y="36531"/>
                      <a:pt x="56652" y="36585"/>
                      <a:pt x="60440" y="36547"/>
                    </a:cubicBezTo>
                    <a:cubicBezTo>
                      <a:pt x="63354" y="36520"/>
                      <a:pt x="65834" y="37432"/>
                      <a:pt x="67972" y="39467"/>
                    </a:cubicBezTo>
                    <a:cubicBezTo>
                      <a:pt x="70712" y="42077"/>
                      <a:pt x="74495" y="42093"/>
                      <a:pt x="76871" y="39646"/>
                    </a:cubicBezTo>
                    <a:cubicBezTo>
                      <a:pt x="79362" y="37079"/>
                      <a:pt x="79156" y="33362"/>
                      <a:pt x="76378" y="30611"/>
                    </a:cubicBezTo>
                    <a:cubicBezTo>
                      <a:pt x="72243" y="26514"/>
                      <a:pt x="67180" y="24571"/>
                      <a:pt x="61249" y="24267"/>
                    </a:cubicBezTo>
                    <a:cubicBezTo>
                      <a:pt x="61249" y="23431"/>
                      <a:pt x="61249" y="22704"/>
                      <a:pt x="61249" y="21972"/>
                    </a:cubicBezTo>
                    <a:cubicBezTo>
                      <a:pt x="61238" y="15275"/>
                      <a:pt x="59447" y="12459"/>
                      <a:pt x="55171" y="12421"/>
                    </a:cubicBezTo>
                    <a:cubicBezTo>
                      <a:pt x="50846" y="12383"/>
                      <a:pt x="49028" y="15167"/>
                      <a:pt x="49017" y="21847"/>
                    </a:cubicBezTo>
                    <a:cubicBezTo>
                      <a:pt x="49017" y="22628"/>
                      <a:pt x="49017" y="23404"/>
                      <a:pt x="49017" y="24202"/>
                    </a:cubicBezTo>
                    <a:cubicBezTo>
                      <a:pt x="47916" y="24343"/>
                      <a:pt x="47113" y="24446"/>
                      <a:pt x="46315" y="24549"/>
                    </a:cubicBezTo>
                    <a:cubicBezTo>
                      <a:pt x="36243" y="25797"/>
                      <a:pt x="29325" y="33910"/>
                      <a:pt x="29884" y="43797"/>
                    </a:cubicBezTo>
                    <a:cubicBezTo>
                      <a:pt x="30448" y="53727"/>
                      <a:pt x="38371" y="61134"/>
                      <a:pt x="48524" y="61205"/>
                    </a:cubicBezTo>
                    <a:cubicBezTo>
                      <a:pt x="52789" y="61232"/>
                      <a:pt x="57054" y="61194"/>
                      <a:pt x="61314" y="61216"/>
                    </a:cubicBezTo>
                    <a:cubicBezTo>
                      <a:pt x="65324" y="61237"/>
                      <a:pt x="68151" y="63815"/>
                      <a:pt x="68162" y="67407"/>
                    </a:cubicBezTo>
                    <a:cubicBezTo>
                      <a:pt x="68178" y="71016"/>
                      <a:pt x="65384" y="73599"/>
                      <a:pt x="61346" y="73642"/>
                    </a:cubicBezTo>
                    <a:cubicBezTo>
                      <a:pt x="57895" y="73680"/>
                      <a:pt x="54438" y="73588"/>
                      <a:pt x="50993" y="73669"/>
                    </a:cubicBezTo>
                    <a:cubicBezTo>
                      <a:pt x="47693" y="73745"/>
                      <a:pt x="44616" y="73382"/>
                      <a:pt x="41675" y="71542"/>
                    </a:cubicBezTo>
                    <a:cubicBezTo>
                      <a:pt x="38978" y="69849"/>
                      <a:pt x="35310" y="71092"/>
                      <a:pt x="33704" y="73767"/>
                    </a:cubicBezTo>
                    <a:cubicBezTo>
                      <a:pt x="32065" y="76502"/>
                      <a:pt x="32754" y="79975"/>
                      <a:pt x="35402" y="81891"/>
                    </a:cubicBezTo>
                    <a:cubicBezTo>
                      <a:pt x="38186" y="83904"/>
                      <a:pt x="41279" y="85206"/>
                      <a:pt x="44720" y="85597"/>
                    </a:cubicBezTo>
                    <a:cubicBezTo>
                      <a:pt x="46109" y="85754"/>
                      <a:pt x="47492" y="85901"/>
                      <a:pt x="49012" y="86063"/>
                    </a:cubicBezTo>
                    <a:cubicBezTo>
                      <a:pt x="49012" y="87968"/>
                      <a:pt x="48985" y="89721"/>
                      <a:pt x="49017" y="91468"/>
                    </a:cubicBezTo>
                    <a:cubicBezTo>
                      <a:pt x="49082" y="95137"/>
                      <a:pt x="51584" y="97757"/>
                      <a:pt x="55019" y="97790"/>
                    </a:cubicBezTo>
                    <a:cubicBezTo>
                      <a:pt x="58535" y="97823"/>
                      <a:pt x="61145" y="95169"/>
                      <a:pt x="61227" y="91430"/>
                    </a:cubicBezTo>
                    <a:cubicBezTo>
                      <a:pt x="61287" y="89678"/>
                      <a:pt x="61254" y="87925"/>
                      <a:pt x="61254" y="86004"/>
                    </a:cubicBezTo>
                    <a:close/>
                  </a:path>
                </a:pathLst>
              </a:custGeom>
              <a:grpFill/>
              <a:ln w="5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79AE434C-6576-AF28-0FD1-B2F0A2393183}"/>
                  </a:ext>
                </a:extLst>
              </p:cNvPr>
              <p:cNvSpPr/>
              <p:nvPr/>
            </p:nvSpPr>
            <p:spPr>
              <a:xfrm>
                <a:off x="9710124" y="1401867"/>
                <a:ext cx="82727" cy="83647"/>
              </a:xfrm>
              <a:custGeom>
                <a:avLst/>
                <a:gdLst>
                  <a:gd name="connsiteX0" fmla="*/ 33 w 82727"/>
                  <a:gd name="connsiteY0" fmla="*/ 28864 h 83647"/>
                  <a:gd name="connsiteX1" fmla="*/ 38 w 82727"/>
                  <a:gd name="connsiteY1" fmla="*/ 5308 h 83647"/>
                  <a:gd name="connsiteX2" fmla="*/ 5616 w 82727"/>
                  <a:gd name="connsiteY2" fmla="*/ 34 h 83647"/>
                  <a:gd name="connsiteX3" fmla="*/ 81381 w 82727"/>
                  <a:gd name="connsiteY3" fmla="*/ 67197 h 83647"/>
                  <a:gd name="connsiteX4" fmla="*/ 82710 w 82727"/>
                  <a:gd name="connsiteY4" fmla="*/ 79081 h 83647"/>
                  <a:gd name="connsiteX5" fmla="*/ 78288 w 82727"/>
                  <a:gd name="connsiteY5" fmla="*/ 83633 h 83647"/>
                  <a:gd name="connsiteX6" fmla="*/ 33606 w 82727"/>
                  <a:gd name="connsiteY6" fmla="*/ 83590 h 83647"/>
                  <a:gd name="connsiteX7" fmla="*/ 31436 w 82727"/>
                  <a:gd name="connsiteY7" fmla="*/ 82364 h 83647"/>
                  <a:gd name="connsiteX8" fmla="*/ 1590 w 82727"/>
                  <a:gd name="connsiteY8" fmla="*/ 55448 h 83647"/>
                  <a:gd name="connsiteX9" fmla="*/ 0 w 82727"/>
                  <a:gd name="connsiteY9" fmla="*/ 52822 h 83647"/>
                  <a:gd name="connsiteX10" fmla="*/ 33 w 82727"/>
                  <a:gd name="connsiteY10" fmla="*/ 28864 h 83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727" h="83647">
                    <a:moveTo>
                      <a:pt x="33" y="28864"/>
                    </a:moveTo>
                    <a:cubicBezTo>
                      <a:pt x="33" y="21012"/>
                      <a:pt x="22" y="13160"/>
                      <a:pt x="38" y="5308"/>
                    </a:cubicBezTo>
                    <a:cubicBezTo>
                      <a:pt x="43" y="1227"/>
                      <a:pt x="1628" y="-249"/>
                      <a:pt x="5616" y="34"/>
                    </a:cubicBezTo>
                    <a:cubicBezTo>
                      <a:pt x="43314" y="2676"/>
                      <a:pt x="74218" y="30026"/>
                      <a:pt x="81381" y="67197"/>
                    </a:cubicBezTo>
                    <a:cubicBezTo>
                      <a:pt x="82135" y="71098"/>
                      <a:pt x="82423" y="75108"/>
                      <a:pt x="82710" y="79081"/>
                    </a:cubicBezTo>
                    <a:cubicBezTo>
                      <a:pt x="82922" y="82000"/>
                      <a:pt x="81234" y="83633"/>
                      <a:pt x="78288" y="83633"/>
                    </a:cubicBezTo>
                    <a:cubicBezTo>
                      <a:pt x="63392" y="83655"/>
                      <a:pt x="48502" y="83661"/>
                      <a:pt x="33606" y="83590"/>
                    </a:cubicBezTo>
                    <a:cubicBezTo>
                      <a:pt x="32868" y="83585"/>
                      <a:pt x="31821" y="82999"/>
                      <a:pt x="31436" y="82364"/>
                    </a:cubicBezTo>
                    <a:cubicBezTo>
                      <a:pt x="24170" y="70398"/>
                      <a:pt x="14293" y="61352"/>
                      <a:pt x="1590" y="55448"/>
                    </a:cubicBezTo>
                    <a:cubicBezTo>
                      <a:pt x="320" y="54857"/>
                      <a:pt x="-5" y="54135"/>
                      <a:pt x="0" y="52822"/>
                    </a:cubicBezTo>
                    <a:cubicBezTo>
                      <a:pt x="60" y="44840"/>
                      <a:pt x="33" y="36852"/>
                      <a:pt x="33" y="28864"/>
                    </a:cubicBezTo>
                    <a:close/>
                  </a:path>
                </a:pathLst>
              </a:custGeom>
              <a:grpFill/>
              <a:ln w="5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BD69834D-640D-71AA-42ED-166AA80935ED}"/>
                  </a:ext>
                </a:extLst>
              </p:cNvPr>
              <p:cNvSpPr/>
              <p:nvPr/>
            </p:nvSpPr>
            <p:spPr>
              <a:xfrm>
                <a:off x="9745873" y="1511189"/>
                <a:ext cx="46805" cy="55804"/>
              </a:xfrm>
              <a:custGeom>
                <a:avLst/>
                <a:gdLst>
                  <a:gd name="connsiteX0" fmla="*/ 4786 w 46805"/>
                  <a:gd name="connsiteY0" fmla="*/ 0 h 55804"/>
                  <a:gd name="connsiteX1" fmla="*/ 7136 w 46805"/>
                  <a:gd name="connsiteY1" fmla="*/ 0 h 55804"/>
                  <a:gd name="connsiteX2" fmla="*/ 40612 w 46805"/>
                  <a:gd name="connsiteY2" fmla="*/ 0 h 55804"/>
                  <a:gd name="connsiteX3" fmla="*/ 46657 w 46805"/>
                  <a:gd name="connsiteY3" fmla="*/ 6826 h 55804"/>
                  <a:gd name="connsiteX4" fmla="*/ 22411 w 46805"/>
                  <a:gd name="connsiteY4" fmla="*/ 54020 h 55804"/>
                  <a:gd name="connsiteX5" fmla="*/ 15064 w 46805"/>
                  <a:gd name="connsiteY5" fmla="*/ 53429 h 55804"/>
                  <a:gd name="connsiteX6" fmla="*/ 689 w 46805"/>
                  <a:gd name="connsiteY6" fmla="*/ 34805 h 55804"/>
                  <a:gd name="connsiteX7" fmla="*/ 71 w 46805"/>
                  <a:gd name="connsiteY7" fmla="*/ 32521 h 55804"/>
                  <a:gd name="connsiteX8" fmla="*/ 4705 w 46805"/>
                  <a:gd name="connsiteY8" fmla="*/ 1118 h 55804"/>
                  <a:gd name="connsiteX9" fmla="*/ 4786 w 46805"/>
                  <a:gd name="connsiteY9" fmla="*/ 0 h 5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805" h="55804">
                    <a:moveTo>
                      <a:pt x="4786" y="0"/>
                    </a:moveTo>
                    <a:cubicBezTo>
                      <a:pt x="5676" y="0"/>
                      <a:pt x="6409" y="0"/>
                      <a:pt x="7136" y="0"/>
                    </a:cubicBezTo>
                    <a:cubicBezTo>
                      <a:pt x="18293" y="0"/>
                      <a:pt x="29455" y="0"/>
                      <a:pt x="40612" y="0"/>
                    </a:cubicBezTo>
                    <a:cubicBezTo>
                      <a:pt x="46130" y="0"/>
                      <a:pt x="47270" y="1275"/>
                      <a:pt x="46657" y="6826"/>
                    </a:cubicBezTo>
                    <a:cubicBezTo>
                      <a:pt x="44589" y="25645"/>
                      <a:pt x="36428" y="41344"/>
                      <a:pt x="22411" y="54020"/>
                    </a:cubicBezTo>
                    <a:cubicBezTo>
                      <a:pt x="19584" y="56576"/>
                      <a:pt x="17370" y="56392"/>
                      <a:pt x="15064" y="53429"/>
                    </a:cubicBezTo>
                    <a:cubicBezTo>
                      <a:pt x="10245" y="47243"/>
                      <a:pt x="5437" y="41046"/>
                      <a:pt x="689" y="34805"/>
                    </a:cubicBezTo>
                    <a:cubicBezTo>
                      <a:pt x="239" y="34208"/>
                      <a:pt x="-168" y="33118"/>
                      <a:pt x="71" y="32521"/>
                    </a:cubicBezTo>
                    <a:cubicBezTo>
                      <a:pt x="4102" y="22411"/>
                      <a:pt x="5562" y="11938"/>
                      <a:pt x="4705" y="1118"/>
                    </a:cubicBezTo>
                    <a:cubicBezTo>
                      <a:pt x="4694" y="857"/>
                      <a:pt x="4748" y="591"/>
                      <a:pt x="4786" y="0"/>
                    </a:cubicBezTo>
                    <a:close/>
                  </a:path>
                </a:pathLst>
              </a:custGeom>
              <a:grpFill/>
              <a:ln w="5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1B8F4F6-406F-C286-6681-11C3308E840D}"/>
                </a:ext>
              </a:extLst>
            </p:cNvPr>
            <p:cNvSpPr txBox="1"/>
            <p:nvPr/>
          </p:nvSpPr>
          <p:spPr>
            <a:xfrm>
              <a:off x="9508413" y="1419285"/>
              <a:ext cx="1730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>
                <a:defRPr sz="1100" b="1" i="0" u="none" strike="noStrike" kern="1200" spc="0" baseline="0">
                  <a:solidFill>
                    <a:prstClr val="black">
                      <a:lumMod val="75000"/>
                      <a:lumOff val="25000"/>
                    </a:prstClr>
                  </a:solidFill>
                  <a:latin typeface="Sora" pitchFamily="2" charset="0"/>
                  <a:ea typeface="+mn-ea"/>
                  <a:cs typeface="Sora" pitchFamily="2" charset="0"/>
                </a:defRPr>
              </a:pPr>
              <a:r>
                <a:rPr 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Project Budget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13216726-0AB2-D409-F0F5-41FA789476D8}"/>
              </a:ext>
            </a:extLst>
          </p:cNvPr>
          <p:cNvSpPr txBox="1"/>
          <p:nvPr/>
        </p:nvSpPr>
        <p:spPr>
          <a:xfrm>
            <a:off x="348975" y="4078787"/>
            <a:ext cx="2497405" cy="27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 pitchFamily="2" charset="0"/>
                <a:cs typeface="Sora" pitchFamily="2" charset="0"/>
              </a:rPr>
              <a:t>Customer/Stake Holder</a:t>
            </a:r>
            <a:endParaRPr lang="en-IN" sz="900" b="1">
              <a:latin typeface="Sora" pitchFamily="2" charset="0"/>
              <a:cs typeface="Sora" pitchFamily="2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E875C0B-12E5-9E2C-6BED-7C0CDE51E6F2}"/>
              </a:ext>
            </a:extLst>
          </p:cNvPr>
          <p:cNvSpPr txBox="1"/>
          <p:nvPr/>
        </p:nvSpPr>
        <p:spPr>
          <a:xfrm>
            <a:off x="411557" y="4296643"/>
            <a:ext cx="2018530" cy="582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1300"/>
              </a:lnSpc>
              <a:defRPr sz="900" i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ra" pitchFamily="2" charset="0"/>
                <a:cs typeface="Sora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sora"/>
              </a:rPr>
              <a:t>Professors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sora"/>
              </a:rPr>
              <a:t>Administrators (Dezzil Castelino – IE Office)</a:t>
            </a:r>
            <a:endParaRPr lang="en-IN" dirty="0">
              <a:solidFill>
                <a:schemeClr val="bg1">
                  <a:lumMod val="50000"/>
                </a:schemeClr>
              </a:solidFill>
              <a:latin typeface="sora"/>
            </a:endParaRPr>
          </a:p>
        </p:txBody>
      </p:sp>
      <p:pic>
        <p:nvPicPr>
          <p:cNvPr id="2" name="Picture 1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BD962E0B-4FC8-2B91-42B4-2B42AB03E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66" y="375740"/>
            <a:ext cx="2499677" cy="590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A8E4DB-E3BB-804F-4938-871D471303C7}"/>
              </a:ext>
            </a:extLst>
          </p:cNvPr>
          <p:cNvSpPr txBox="1"/>
          <p:nvPr/>
        </p:nvSpPr>
        <p:spPr>
          <a:xfrm>
            <a:off x="2741847" y="445059"/>
            <a:ext cx="281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>
                <a:solidFill>
                  <a:srgbClr val="00B0F0"/>
                </a:solidFill>
                <a:effectLst/>
                <a:latin typeface="Montserrat" pitchFamily="2" charset="0"/>
              </a:rPr>
              <a:t>+</a:t>
            </a:r>
            <a:endParaRPr lang="en-IN" sz="2400">
              <a:solidFill>
                <a:srgbClr val="00B0F0"/>
              </a:solidFill>
              <a:latin typeface="Montserrat" pitchFamily="2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04697C-E842-FCC6-B084-5A7EA5707912}"/>
              </a:ext>
            </a:extLst>
          </p:cNvPr>
          <p:cNvSpPr/>
          <p:nvPr/>
        </p:nvSpPr>
        <p:spPr>
          <a:xfrm rot="5400000">
            <a:off x="7830877" y="3831777"/>
            <a:ext cx="544385" cy="869824"/>
          </a:xfrm>
          <a:custGeom>
            <a:avLst/>
            <a:gdLst>
              <a:gd name="connsiteX0" fmla="*/ 126 w 544385"/>
              <a:gd name="connsiteY0" fmla="*/ 263844 h 869824"/>
              <a:gd name="connsiteX1" fmla="*/ 254824 w 544385"/>
              <a:gd name="connsiteY1" fmla="*/ 477 h 869824"/>
              <a:gd name="connsiteX2" fmla="*/ 272160 w 544385"/>
              <a:gd name="connsiteY2" fmla="*/ 1 h 869824"/>
              <a:gd name="connsiteX3" fmla="*/ 272160 w 544385"/>
              <a:gd name="connsiteY3" fmla="*/ 0 h 869824"/>
              <a:gd name="connsiteX4" fmla="*/ 544385 w 544385"/>
              <a:gd name="connsiteY4" fmla="*/ 272130 h 869824"/>
              <a:gd name="connsiteX5" fmla="*/ 357409 w 544385"/>
              <a:gd name="connsiteY5" fmla="*/ 530734 h 869824"/>
              <a:gd name="connsiteX6" fmla="*/ 286733 w 544385"/>
              <a:gd name="connsiteY6" fmla="*/ 628365 h 869824"/>
              <a:gd name="connsiteX7" fmla="*/ 286733 w 544385"/>
              <a:gd name="connsiteY7" fmla="*/ 682848 h 869824"/>
              <a:gd name="connsiteX8" fmla="*/ 312546 w 544385"/>
              <a:gd name="connsiteY8" fmla="*/ 730569 h 869824"/>
              <a:gd name="connsiteX9" fmla="*/ 347693 w 544385"/>
              <a:gd name="connsiteY9" fmla="*/ 794386 h 869824"/>
              <a:gd name="connsiteX10" fmla="*/ 272160 w 544385"/>
              <a:gd name="connsiteY10" fmla="*/ 869824 h 869824"/>
              <a:gd name="connsiteX11" fmla="*/ 272160 w 544385"/>
              <a:gd name="connsiteY11" fmla="*/ 869729 h 869824"/>
              <a:gd name="connsiteX12" fmla="*/ 269969 w 544385"/>
              <a:gd name="connsiteY12" fmla="*/ 869824 h 869824"/>
              <a:gd name="connsiteX13" fmla="*/ 196817 w 544385"/>
              <a:gd name="connsiteY13" fmla="*/ 799911 h 869824"/>
              <a:gd name="connsiteX14" fmla="*/ 231583 w 544385"/>
              <a:gd name="connsiteY14" fmla="*/ 730759 h 869824"/>
              <a:gd name="connsiteX15" fmla="*/ 257682 w 544385"/>
              <a:gd name="connsiteY15" fmla="*/ 682848 h 869824"/>
              <a:gd name="connsiteX16" fmla="*/ 257682 w 544385"/>
              <a:gd name="connsiteY16" fmla="*/ 628365 h 869824"/>
              <a:gd name="connsiteX17" fmla="*/ 185958 w 544385"/>
              <a:gd name="connsiteY17" fmla="*/ 530353 h 869824"/>
              <a:gd name="connsiteX18" fmla="*/ 126 w 544385"/>
              <a:gd name="connsiteY18" fmla="*/ 263844 h 869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4385" h="869824">
                <a:moveTo>
                  <a:pt x="126" y="263844"/>
                </a:moveTo>
                <a:cubicBezTo>
                  <a:pt x="4317" y="124683"/>
                  <a:pt x="115854" y="9145"/>
                  <a:pt x="254824" y="477"/>
                </a:cubicBezTo>
                <a:lnTo>
                  <a:pt x="272160" y="1"/>
                </a:lnTo>
                <a:lnTo>
                  <a:pt x="272160" y="0"/>
                </a:lnTo>
                <a:cubicBezTo>
                  <a:pt x="422464" y="0"/>
                  <a:pt x="544385" y="121826"/>
                  <a:pt x="544385" y="272130"/>
                </a:cubicBezTo>
                <a:cubicBezTo>
                  <a:pt x="544385" y="392717"/>
                  <a:pt x="465994" y="495015"/>
                  <a:pt x="357409" y="530734"/>
                </a:cubicBezTo>
                <a:cubicBezTo>
                  <a:pt x="315213" y="544545"/>
                  <a:pt x="286733" y="583979"/>
                  <a:pt x="286733" y="628365"/>
                </a:cubicBezTo>
                <a:lnTo>
                  <a:pt x="286733" y="682848"/>
                </a:lnTo>
                <a:cubicBezTo>
                  <a:pt x="286733" y="702089"/>
                  <a:pt x="296258" y="720282"/>
                  <a:pt x="312546" y="730569"/>
                </a:cubicBezTo>
                <a:cubicBezTo>
                  <a:pt x="333691" y="743904"/>
                  <a:pt x="347693" y="767526"/>
                  <a:pt x="347693" y="794386"/>
                </a:cubicBezTo>
                <a:cubicBezTo>
                  <a:pt x="347693" y="836106"/>
                  <a:pt x="313880" y="869824"/>
                  <a:pt x="272160" y="869824"/>
                </a:cubicBezTo>
                <a:lnTo>
                  <a:pt x="272160" y="869729"/>
                </a:lnTo>
                <a:lnTo>
                  <a:pt x="269969" y="869824"/>
                </a:lnTo>
                <a:cubicBezTo>
                  <a:pt x="231869" y="868776"/>
                  <a:pt x="199484" y="837915"/>
                  <a:pt x="196817" y="799911"/>
                </a:cubicBezTo>
                <a:cubicBezTo>
                  <a:pt x="194721" y="770859"/>
                  <a:pt x="209104" y="745047"/>
                  <a:pt x="231583" y="730759"/>
                </a:cubicBezTo>
                <a:cubicBezTo>
                  <a:pt x="247966" y="720282"/>
                  <a:pt x="257682" y="702184"/>
                  <a:pt x="257682" y="682848"/>
                </a:cubicBezTo>
                <a:lnTo>
                  <a:pt x="257682" y="628365"/>
                </a:lnTo>
                <a:cubicBezTo>
                  <a:pt x="257682" y="583598"/>
                  <a:pt x="228440" y="544545"/>
                  <a:pt x="185958" y="530353"/>
                </a:cubicBezTo>
                <a:cubicBezTo>
                  <a:pt x="75468" y="493491"/>
                  <a:pt x="-3589" y="387573"/>
                  <a:pt x="126" y="263844"/>
                </a:cubicBezTo>
                <a:close/>
              </a:path>
            </a:pathLst>
          </a:custGeom>
          <a:solidFill>
            <a:srgbClr val="2CBFC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8F6074-1EA6-CE28-FA90-C96C6060EBF3}"/>
              </a:ext>
            </a:extLst>
          </p:cNvPr>
          <p:cNvSpPr txBox="1"/>
          <p:nvPr/>
        </p:nvSpPr>
        <p:spPr>
          <a:xfrm>
            <a:off x="8021367" y="4112801"/>
            <a:ext cx="498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04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FC86494-E3E6-59D3-9C35-442557FB9B10}"/>
              </a:ext>
            </a:extLst>
          </p:cNvPr>
          <p:cNvSpPr/>
          <p:nvPr/>
        </p:nvSpPr>
        <p:spPr>
          <a:xfrm rot="5400000">
            <a:off x="7819671" y="4537748"/>
            <a:ext cx="544385" cy="869824"/>
          </a:xfrm>
          <a:custGeom>
            <a:avLst/>
            <a:gdLst>
              <a:gd name="connsiteX0" fmla="*/ 126 w 544385"/>
              <a:gd name="connsiteY0" fmla="*/ 263844 h 869824"/>
              <a:gd name="connsiteX1" fmla="*/ 254824 w 544385"/>
              <a:gd name="connsiteY1" fmla="*/ 477 h 869824"/>
              <a:gd name="connsiteX2" fmla="*/ 272160 w 544385"/>
              <a:gd name="connsiteY2" fmla="*/ 1 h 869824"/>
              <a:gd name="connsiteX3" fmla="*/ 272160 w 544385"/>
              <a:gd name="connsiteY3" fmla="*/ 0 h 869824"/>
              <a:gd name="connsiteX4" fmla="*/ 544385 w 544385"/>
              <a:gd name="connsiteY4" fmla="*/ 272130 h 869824"/>
              <a:gd name="connsiteX5" fmla="*/ 357409 w 544385"/>
              <a:gd name="connsiteY5" fmla="*/ 530734 h 869824"/>
              <a:gd name="connsiteX6" fmla="*/ 286733 w 544385"/>
              <a:gd name="connsiteY6" fmla="*/ 628365 h 869824"/>
              <a:gd name="connsiteX7" fmla="*/ 286733 w 544385"/>
              <a:gd name="connsiteY7" fmla="*/ 682848 h 869824"/>
              <a:gd name="connsiteX8" fmla="*/ 312546 w 544385"/>
              <a:gd name="connsiteY8" fmla="*/ 730569 h 869824"/>
              <a:gd name="connsiteX9" fmla="*/ 347693 w 544385"/>
              <a:gd name="connsiteY9" fmla="*/ 794386 h 869824"/>
              <a:gd name="connsiteX10" fmla="*/ 272160 w 544385"/>
              <a:gd name="connsiteY10" fmla="*/ 869824 h 869824"/>
              <a:gd name="connsiteX11" fmla="*/ 272160 w 544385"/>
              <a:gd name="connsiteY11" fmla="*/ 869729 h 869824"/>
              <a:gd name="connsiteX12" fmla="*/ 269969 w 544385"/>
              <a:gd name="connsiteY12" fmla="*/ 869824 h 869824"/>
              <a:gd name="connsiteX13" fmla="*/ 196817 w 544385"/>
              <a:gd name="connsiteY13" fmla="*/ 799911 h 869824"/>
              <a:gd name="connsiteX14" fmla="*/ 231583 w 544385"/>
              <a:gd name="connsiteY14" fmla="*/ 730759 h 869824"/>
              <a:gd name="connsiteX15" fmla="*/ 257682 w 544385"/>
              <a:gd name="connsiteY15" fmla="*/ 682848 h 869824"/>
              <a:gd name="connsiteX16" fmla="*/ 257682 w 544385"/>
              <a:gd name="connsiteY16" fmla="*/ 628365 h 869824"/>
              <a:gd name="connsiteX17" fmla="*/ 185958 w 544385"/>
              <a:gd name="connsiteY17" fmla="*/ 530353 h 869824"/>
              <a:gd name="connsiteX18" fmla="*/ 126 w 544385"/>
              <a:gd name="connsiteY18" fmla="*/ 263844 h 869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4385" h="869824">
                <a:moveTo>
                  <a:pt x="126" y="263844"/>
                </a:moveTo>
                <a:cubicBezTo>
                  <a:pt x="4317" y="124683"/>
                  <a:pt x="115854" y="9145"/>
                  <a:pt x="254824" y="477"/>
                </a:cubicBezTo>
                <a:lnTo>
                  <a:pt x="272160" y="1"/>
                </a:lnTo>
                <a:lnTo>
                  <a:pt x="272160" y="0"/>
                </a:lnTo>
                <a:cubicBezTo>
                  <a:pt x="422464" y="0"/>
                  <a:pt x="544385" y="121826"/>
                  <a:pt x="544385" y="272130"/>
                </a:cubicBezTo>
                <a:cubicBezTo>
                  <a:pt x="544385" y="392717"/>
                  <a:pt x="465994" y="495015"/>
                  <a:pt x="357409" y="530734"/>
                </a:cubicBezTo>
                <a:cubicBezTo>
                  <a:pt x="315213" y="544545"/>
                  <a:pt x="286733" y="583979"/>
                  <a:pt x="286733" y="628365"/>
                </a:cubicBezTo>
                <a:lnTo>
                  <a:pt x="286733" y="682848"/>
                </a:lnTo>
                <a:cubicBezTo>
                  <a:pt x="286733" y="702089"/>
                  <a:pt x="296258" y="720282"/>
                  <a:pt x="312546" y="730569"/>
                </a:cubicBezTo>
                <a:cubicBezTo>
                  <a:pt x="333691" y="743904"/>
                  <a:pt x="347693" y="767526"/>
                  <a:pt x="347693" y="794386"/>
                </a:cubicBezTo>
                <a:cubicBezTo>
                  <a:pt x="347693" y="836106"/>
                  <a:pt x="313880" y="869824"/>
                  <a:pt x="272160" y="869824"/>
                </a:cubicBezTo>
                <a:lnTo>
                  <a:pt x="272160" y="869729"/>
                </a:lnTo>
                <a:lnTo>
                  <a:pt x="269969" y="869824"/>
                </a:lnTo>
                <a:cubicBezTo>
                  <a:pt x="231869" y="868776"/>
                  <a:pt x="199484" y="837915"/>
                  <a:pt x="196817" y="799911"/>
                </a:cubicBezTo>
                <a:cubicBezTo>
                  <a:pt x="194721" y="770859"/>
                  <a:pt x="209104" y="745047"/>
                  <a:pt x="231583" y="730759"/>
                </a:cubicBezTo>
                <a:cubicBezTo>
                  <a:pt x="247966" y="720282"/>
                  <a:pt x="257682" y="702184"/>
                  <a:pt x="257682" y="682848"/>
                </a:cubicBezTo>
                <a:lnTo>
                  <a:pt x="257682" y="628365"/>
                </a:lnTo>
                <a:cubicBezTo>
                  <a:pt x="257682" y="583598"/>
                  <a:pt x="228440" y="544545"/>
                  <a:pt x="185958" y="530353"/>
                </a:cubicBezTo>
                <a:cubicBezTo>
                  <a:pt x="75468" y="493491"/>
                  <a:pt x="-3589" y="387573"/>
                  <a:pt x="126" y="263844"/>
                </a:cubicBezTo>
                <a:close/>
              </a:path>
            </a:pathLst>
          </a:custGeom>
          <a:solidFill>
            <a:srgbClr val="2CBFC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665F1F-B429-CCB0-83A8-142A1A51CCDD}"/>
              </a:ext>
            </a:extLst>
          </p:cNvPr>
          <p:cNvSpPr txBox="1"/>
          <p:nvPr/>
        </p:nvSpPr>
        <p:spPr>
          <a:xfrm>
            <a:off x="8010161" y="4818772"/>
            <a:ext cx="498749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400" b="1">
                <a:solidFill>
                  <a:schemeClr val="bg1"/>
                </a:solidFill>
                <a:latin typeface="Sora"/>
                <a:cs typeface="Sora"/>
              </a:rPr>
              <a:t>05</a:t>
            </a:r>
            <a:endParaRPr lang="en-IN" sz="1400" b="1">
              <a:solidFill>
                <a:schemeClr val="bg1"/>
              </a:solidFill>
              <a:latin typeface="Sora" pitchFamily="2" charset="0"/>
              <a:cs typeface="Sora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282752-0316-629C-A320-D095DF1EA191}"/>
              </a:ext>
            </a:extLst>
          </p:cNvPr>
          <p:cNvSpPr txBox="1"/>
          <p:nvPr/>
        </p:nvSpPr>
        <p:spPr>
          <a:xfrm>
            <a:off x="5968915" y="4851166"/>
            <a:ext cx="1619413" cy="4145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Academic Tools &amp; Course Management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2DD1BA-DE82-68B0-6AC6-8C852878EE83}"/>
              </a:ext>
            </a:extLst>
          </p:cNvPr>
          <p:cNvSpPr txBox="1"/>
          <p:nvPr/>
        </p:nvSpPr>
        <p:spPr>
          <a:xfrm>
            <a:off x="5957709" y="4726169"/>
            <a:ext cx="1619413" cy="249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 b="1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ra"/>
                <a:cs typeface="Sora"/>
              </a:rPr>
              <a:t>Milestone </a:t>
            </a:r>
            <a:r>
              <a:rPr lang="en-IN" sz="900" b="1">
                <a:solidFill>
                  <a:schemeClr val="tx1">
                    <a:lumMod val="75000"/>
                    <a:lumOff val="25000"/>
                  </a:schemeClr>
                </a:solidFill>
                <a:latin typeface="Sora"/>
                <a:cs typeface="Sora"/>
              </a:rPr>
              <a:t>05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921440-16BB-BCF1-53A0-C9B03BBB90EB}"/>
              </a:ext>
            </a:extLst>
          </p:cNvPr>
          <p:cNvSpPr txBox="1"/>
          <p:nvPr/>
        </p:nvSpPr>
        <p:spPr>
          <a:xfrm>
            <a:off x="5991327" y="3562489"/>
            <a:ext cx="1619413" cy="4145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Admin &amp; Submission Workflows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BCD812D-BC73-7F20-7554-1204651431DF}"/>
              </a:ext>
            </a:extLst>
          </p:cNvPr>
          <p:cNvSpPr txBox="1"/>
          <p:nvPr/>
        </p:nvSpPr>
        <p:spPr>
          <a:xfrm>
            <a:off x="5957709" y="2675492"/>
            <a:ext cx="1619413" cy="249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IN" sz="9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ra"/>
                <a:cs typeface="Sora"/>
              </a:rPr>
              <a:t>Milestone </a:t>
            </a:r>
            <a:r>
              <a:rPr lang="en-IN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ra"/>
                <a:cs typeface="Sora"/>
              </a:rPr>
              <a:t>02</a:t>
            </a:r>
            <a:endParaRPr lang="en-IN" sz="900" b="1" dirty="0">
              <a:solidFill>
                <a:schemeClr val="tx1">
                  <a:lumMod val="75000"/>
                  <a:lumOff val="25000"/>
                </a:schemeClr>
              </a:solidFill>
              <a:latin typeface="Sora" pitchFamily="2" charset="0"/>
              <a:cs typeface="S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548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287</Words>
  <Application>Microsoft Macintosh PowerPoint</Application>
  <PresentationFormat>Widescreen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Montserrat</vt:lpstr>
      <vt:lpstr>Aptos</vt:lpstr>
      <vt:lpstr>Sora SemiBold</vt:lpstr>
      <vt:lpstr>Calibri</vt:lpstr>
      <vt:lpstr>Sora</vt:lpstr>
      <vt:lpstr>Arial</vt:lpstr>
      <vt:lpstr>Arial,Sans-Serif</vt:lpstr>
      <vt:lpstr>Sora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Aswanth Kumar A</dc:creator>
  <cp:lastModifiedBy>Jeeda Kotob</cp:lastModifiedBy>
  <cp:revision>6</cp:revision>
  <dcterms:created xsi:type="dcterms:W3CDTF">2022-06-17T08:46:19Z</dcterms:created>
  <dcterms:modified xsi:type="dcterms:W3CDTF">2025-12-09T05:34:42Z</dcterms:modified>
</cp:coreProperties>
</file>